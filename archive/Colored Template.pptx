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4"/>
    <p:sldMasterId id="2147483714" r:id="rId5"/>
  </p:sldMasterIdLst>
  <p:notesMasterIdLst>
    <p:notesMasterId r:id="rId24"/>
  </p:notesMasterIdLst>
  <p:handoutMasterIdLst>
    <p:handoutMasterId r:id="rId25"/>
  </p:handoutMasterIdLst>
  <p:sldIdLst>
    <p:sldId id="1067" r:id="rId6"/>
    <p:sldId id="1122" r:id="rId7"/>
    <p:sldId id="1123" r:id="rId8"/>
    <p:sldId id="1124" r:id="rId9"/>
    <p:sldId id="1125" r:id="rId10"/>
    <p:sldId id="1126" r:id="rId11"/>
    <p:sldId id="1127" r:id="rId12"/>
    <p:sldId id="1128" r:id="rId13"/>
    <p:sldId id="1129" r:id="rId14"/>
    <p:sldId id="1130" r:id="rId15"/>
    <p:sldId id="1131" r:id="rId16"/>
    <p:sldId id="1132" r:id="rId17"/>
    <p:sldId id="1133" r:id="rId18"/>
    <p:sldId id="1134" r:id="rId19"/>
    <p:sldId id="1135" r:id="rId20"/>
    <p:sldId id="1136" r:id="rId21"/>
    <p:sldId id="1137" r:id="rId22"/>
    <p:sldId id="1138" r:id="rId23"/>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E09B20"/>
    <a:srgbClr val="616719"/>
    <a:srgbClr val="FF3300"/>
    <a:srgbClr val="FF99CC"/>
    <a:srgbClr val="FF505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9609" autoAdjust="0"/>
  </p:normalViewPr>
  <p:slideViewPr>
    <p:cSldViewPr snapToGrid="0">
      <p:cViewPr varScale="1">
        <p:scale>
          <a:sx n="110" d="100"/>
          <a:sy n="110" d="100"/>
        </p:scale>
        <p:origin x="630" y="114"/>
      </p:cViewPr>
      <p:guideLst>
        <p:guide orient="horz" pos="2160"/>
        <p:guide pos="3840"/>
      </p:guideLst>
    </p:cSldViewPr>
  </p:slideViewPr>
  <p:notesTextViewPr>
    <p:cViewPr>
      <p:scale>
        <a:sx n="3" d="2"/>
        <a:sy n="3" d="2"/>
      </p:scale>
      <p:origin x="0" y="0"/>
    </p:cViewPr>
  </p:notesTextViewPr>
  <p:notesViewPr>
    <p:cSldViewPr snapToGrid="0">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209E5A-8E43-4331-8FD0-F35C1A070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a:extLst>
              <a:ext uri="{FF2B5EF4-FFF2-40B4-BE49-F238E27FC236}">
                <a16:creationId xmlns:a16="http://schemas.microsoft.com/office/drawing/2014/main" id="{9D19FE11-D377-4DAC-BA51-9D76412A3B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3D08F1-8600-4B11-BCA2-C54BF7266D5E}" type="datetimeFigureOut">
              <a:rPr lang="en-HK" smtClean="0"/>
              <a:t>9/10/2026</a:t>
            </a:fld>
            <a:endParaRPr lang="en-HK"/>
          </a:p>
        </p:txBody>
      </p:sp>
      <p:sp>
        <p:nvSpPr>
          <p:cNvPr id="4" name="Footer Placeholder 3">
            <a:extLst>
              <a:ext uri="{FF2B5EF4-FFF2-40B4-BE49-F238E27FC236}">
                <a16:creationId xmlns:a16="http://schemas.microsoft.com/office/drawing/2014/main" id="{55AEE19D-DFDE-4148-AEA9-6D870E2458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5" name="Slide Number Placeholder 4">
            <a:extLst>
              <a:ext uri="{FF2B5EF4-FFF2-40B4-BE49-F238E27FC236}">
                <a16:creationId xmlns:a16="http://schemas.microsoft.com/office/drawing/2014/main" id="{CE5F2E68-DB22-4984-97A8-778A00907D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E216CB-75BB-4216-8DCB-D478E9EF309E}" type="slidenum">
              <a:rPr lang="en-HK" smtClean="0"/>
              <a:t>‹#›</a:t>
            </a:fld>
            <a:endParaRPr lang="en-HK"/>
          </a:p>
        </p:txBody>
      </p:sp>
    </p:spTree>
    <p:extLst>
      <p:ext uri="{BB962C8B-B14F-4D97-AF65-F5344CB8AC3E}">
        <p14:creationId xmlns:p14="http://schemas.microsoft.com/office/powerpoint/2010/main" val="18652847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D3AABC-090A-4688-A8C9-6A53631DC8C2}" type="datetimeFigureOut">
              <a:rPr lang="en-HK" smtClean="0"/>
              <a:t>9/10/2026</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A2312-5056-44FA-A9D1-2D85D8EEE9A3}" type="slidenum">
              <a:rPr lang="en-HK" smtClean="0"/>
              <a:t>‹#›</a:t>
            </a:fld>
            <a:endParaRPr lang="en-HK"/>
          </a:p>
        </p:txBody>
      </p:sp>
    </p:spTree>
    <p:extLst>
      <p:ext uri="{BB962C8B-B14F-4D97-AF65-F5344CB8AC3E}">
        <p14:creationId xmlns:p14="http://schemas.microsoft.com/office/powerpoint/2010/main" val="35724188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AB8A2312-5056-44FA-A9D1-2D85D8EEE9A3}" type="slidenum">
              <a:rPr lang="en-HK" smtClean="0"/>
              <a:t>1</a:t>
            </a:fld>
            <a:endParaRPr lang="en-HK"/>
          </a:p>
        </p:txBody>
      </p:sp>
    </p:spTree>
    <p:extLst>
      <p:ext uri="{BB962C8B-B14F-4D97-AF65-F5344CB8AC3E}">
        <p14:creationId xmlns:p14="http://schemas.microsoft.com/office/powerpoint/2010/main" val="993882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7E285D81-AD03-4953-8073-3583D3B1A517}" type="datetime1">
              <a:rPr lang="zh-HK" altLang="en-US" smtClean="0"/>
              <a:t>9/10/2026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82166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DABEE000-1FB3-40BC-B90B-F46876527E49}" type="datetime1">
              <a:rPr lang="zh-HK" altLang="en-US" smtClean="0"/>
              <a:t>9/10/2026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75472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603CAA7B-7BFF-46FD-A113-C54174775165}" type="datetime1">
              <a:rPr lang="zh-HK" altLang="en-US" smtClean="0"/>
              <a:t>9/10/2026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21120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CC8611D1-529C-406D-B333-630E83E6F29A}" type="datetime1">
              <a:rPr lang="zh-HK" altLang="en-US" smtClean="0"/>
              <a:t>9/10/2026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00748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0ACE1BA3-1341-4435-9CC9-92569CF6E6CF}" type="datetime1">
              <a:rPr lang="zh-HK" altLang="en-US" smtClean="0"/>
              <a:t>9/10/2026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99944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77893DF-3AE9-4A45-8D9C-4FFC74FDDD38}" type="datetime1">
              <a:rPr lang="zh-HK" altLang="en-US" smtClean="0"/>
              <a:t>9/10/2026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9339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E63F2066-E241-44DC-9D50-165D9F77CC24}" type="datetime1">
              <a:rPr lang="zh-HK" altLang="en-US" smtClean="0"/>
              <a:t>9/10/2026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87832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1A86D4A8-1BC1-44C7-95A3-956A9BADDCF9}" type="datetime1">
              <a:rPr lang="zh-HK" altLang="en-US" smtClean="0"/>
              <a:t>9/10/2026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2344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B0AECCFC-4F59-4A54-8D3F-19DA3C9090F8}" type="datetime1">
              <a:rPr lang="zh-HK" altLang="en-US" smtClean="0"/>
              <a:t>9/10/2026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14362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C182D810-00A5-4D67-B42B-9FF4439024C9}" type="datetime1">
              <a:rPr lang="zh-HK" altLang="en-US" smtClean="0"/>
              <a:t>9/10/2026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69138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A50C6-C02F-48CF-BBCE-7A78075E95E4}" type="datetime1">
              <a:rPr lang="zh-HK" altLang="en-US" smtClean="0"/>
              <a:t>9/10/2026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35595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C0E53BDA-D1DE-4850-A0AF-363FE3B468B7}" type="datetime1">
              <a:rPr lang="zh-HK" altLang="en-US" smtClean="0"/>
              <a:t>9/10/2026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70063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ltLang="zh-HK"/>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HK"/>
              <a:t>Click to edit Master subtitle style</a:t>
            </a:r>
            <a:endParaRPr lang="en-US" dirty="0"/>
          </a:p>
        </p:txBody>
      </p:sp>
      <p:sp>
        <p:nvSpPr>
          <p:cNvPr id="10" name="Date Placeholder 9">
            <a:extLst>
              <a:ext uri="{FF2B5EF4-FFF2-40B4-BE49-F238E27FC236}">
                <a16:creationId xmlns:a16="http://schemas.microsoft.com/office/drawing/2014/main" id="{43513088-236B-4FF1-82AE-B28E53F86D9C}"/>
              </a:ext>
            </a:extLst>
          </p:cNvPr>
          <p:cNvSpPr>
            <a:spLocks noGrp="1"/>
          </p:cNvSpPr>
          <p:nvPr>
            <p:ph type="dt" sz="half" idx="10"/>
          </p:nvPr>
        </p:nvSpPr>
        <p:spPr/>
        <p:txBody>
          <a:bodyPr/>
          <a:lstStyle/>
          <a:p>
            <a:fld id="{1F37424F-82A8-4FD3-A8AC-09449A380628}" type="datetime1">
              <a:rPr lang="zh-HK" altLang="en-US" smtClean="0"/>
              <a:t>9/10/2026</a:t>
            </a:fld>
            <a:endParaRPr lang="zh-HK" altLang="en-US"/>
          </a:p>
        </p:txBody>
      </p:sp>
      <p:sp>
        <p:nvSpPr>
          <p:cNvPr id="11" name="Footer Placeholder 10">
            <a:extLst>
              <a:ext uri="{FF2B5EF4-FFF2-40B4-BE49-F238E27FC236}">
                <a16:creationId xmlns:a16="http://schemas.microsoft.com/office/drawing/2014/main" id="{1BCB52D3-4881-4FDC-8A1B-913A08BA9A2D}"/>
              </a:ext>
            </a:extLst>
          </p:cNvPr>
          <p:cNvSpPr>
            <a:spLocks noGrp="1"/>
          </p:cNvSpPr>
          <p:nvPr>
            <p:ph type="ftr" sz="quarter" idx="11"/>
          </p:nvPr>
        </p:nvSpPr>
        <p:spPr/>
        <p:txBody>
          <a:bodyPr/>
          <a:lstStyle/>
          <a:p>
            <a:endParaRPr lang="zh-HK" altLang="en-US"/>
          </a:p>
        </p:txBody>
      </p:sp>
      <p:sp>
        <p:nvSpPr>
          <p:cNvPr id="12" name="Slide Number Placeholder 11">
            <a:extLst>
              <a:ext uri="{FF2B5EF4-FFF2-40B4-BE49-F238E27FC236}">
                <a16:creationId xmlns:a16="http://schemas.microsoft.com/office/drawing/2014/main" id="{586CF1C1-1438-4955-9CEA-F0F8F3D1B65B}"/>
              </a:ext>
            </a:extLst>
          </p:cNvPr>
          <p:cNvSpPr>
            <a:spLocks noGrp="1"/>
          </p:cNvSpPr>
          <p:nvPr>
            <p:ph type="sldNum" sz="quarter" idx="12"/>
          </p:nvPr>
        </p:nvSpPr>
        <p:spPr/>
        <p:txBody>
          <a:bodyPr/>
          <a:lstStyle>
            <a:lvl1pPr>
              <a:defRPr sz="1200"/>
            </a:lvl1pPr>
          </a:lstStyle>
          <a:p>
            <a:fld id="{CF9A1619-F87A-4FCD-8947-EF4132FEEC38}" type="slidenum">
              <a:rPr lang="zh-HK" altLang="en-US" smtClean="0"/>
              <a:pPr/>
              <a:t>‹#›</a:t>
            </a:fld>
            <a:endParaRPr lang="zh-HK" altLang="en-US" dirty="0"/>
          </a:p>
        </p:txBody>
      </p:sp>
    </p:spTree>
    <p:extLst>
      <p:ext uri="{BB962C8B-B14F-4D97-AF65-F5344CB8AC3E}">
        <p14:creationId xmlns:p14="http://schemas.microsoft.com/office/powerpoint/2010/main" val="2078125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en-US" dirty="0"/>
          </a:p>
        </p:txBody>
      </p:sp>
      <p:sp>
        <p:nvSpPr>
          <p:cNvPr id="3" name="Content Placeholder 2"/>
          <p:cNvSpPr>
            <a:spLocks noGrp="1"/>
          </p:cNvSpPr>
          <p:nvPr>
            <p:ph idx="1"/>
          </p:nvPr>
        </p:nvSpPr>
        <p:spPr/>
        <p:txBody>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10"/>
          </p:nvPr>
        </p:nvSpPr>
        <p:spPr/>
        <p:txBody>
          <a:bodyPr/>
          <a:lstStyle/>
          <a:p>
            <a:fld id="{09D65AFC-29E2-4E6E-9070-78396BB07808}"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1855202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ltLang="zh-HK"/>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76A732B6-5B4D-43D3-A224-699785E5D4BF}"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4013631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5" name="Date Placeholder 4"/>
          <p:cNvSpPr>
            <a:spLocks noGrp="1"/>
          </p:cNvSpPr>
          <p:nvPr>
            <p:ph type="dt" sz="half" idx="10"/>
          </p:nvPr>
        </p:nvSpPr>
        <p:spPr/>
        <p:txBody>
          <a:bodyPr/>
          <a:lstStyle/>
          <a:p>
            <a:fld id="{F97F3EE6-37C5-445A-922C-29503859A90B}" type="datetime1">
              <a:rPr lang="zh-HK" altLang="en-US" smtClean="0"/>
              <a:t>9/10/2026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788269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HK"/>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7" name="Date Placeholder 6"/>
          <p:cNvSpPr>
            <a:spLocks noGrp="1"/>
          </p:cNvSpPr>
          <p:nvPr>
            <p:ph type="dt" sz="half" idx="10"/>
          </p:nvPr>
        </p:nvSpPr>
        <p:spPr/>
        <p:txBody>
          <a:bodyPr/>
          <a:lstStyle/>
          <a:p>
            <a:fld id="{63551BC6-4013-463A-9C32-82F517851A74}" type="datetime1">
              <a:rPr lang="zh-HK" altLang="en-US" smtClean="0"/>
              <a:t>9/10/2026</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19390117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ltLang="zh-HK"/>
              <a:t>Click to edit Master title style</a:t>
            </a:r>
            <a:endParaRPr lang="en-US" dirty="0"/>
          </a:p>
        </p:txBody>
      </p:sp>
      <p:sp>
        <p:nvSpPr>
          <p:cNvPr id="3" name="Date Placeholder 2"/>
          <p:cNvSpPr>
            <a:spLocks noGrp="1"/>
          </p:cNvSpPr>
          <p:nvPr>
            <p:ph type="dt" sz="half" idx="10"/>
          </p:nvPr>
        </p:nvSpPr>
        <p:spPr/>
        <p:txBody>
          <a:bodyPr/>
          <a:lstStyle/>
          <a:p>
            <a:fld id="{1442F049-D082-49D9-8BE0-B21927AE2348}" type="datetime1">
              <a:rPr lang="zh-HK" altLang="en-US" smtClean="0"/>
              <a:t>9/10/2026</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8463676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F71658-B6B7-4C4F-927F-140363177B6C}" type="datetime1">
              <a:rPr lang="zh-HK" altLang="en-US" smtClean="0"/>
              <a:t>9/10/2026</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662756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ltLang="zh-HK"/>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ltLang="zh-HK"/>
              <a:t>Edit Master text styles</a:t>
            </a:r>
          </a:p>
        </p:txBody>
      </p:sp>
      <p:sp>
        <p:nvSpPr>
          <p:cNvPr id="5" name="Date Placeholder 4"/>
          <p:cNvSpPr>
            <a:spLocks noGrp="1"/>
          </p:cNvSpPr>
          <p:nvPr>
            <p:ph type="dt" sz="half" idx="10"/>
          </p:nvPr>
        </p:nvSpPr>
        <p:spPr/>
        <p:txBody>
          <a:bodyPr/>
          <a:lstStyle/>
          <a:p>
            <a:fld id="{22BC550F-872F-4C77-B3CF-397E714FB0CE}" type="datetime1">
              <a:rPr lang="zh-HK" altLang="en-US" smtClean="0"/>
              <a:t>9/10/2026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8272650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ltLang="zh-HK"/>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HK"/>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HK"/>
              <a:t>Edit Master text styles</a:t>
            </a:r>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CF9A1619-F87A-4FCD-8947-EF4132FEEC38}" type="slidenum">
              <a:rPr lang="zh-HK" altLang="en-US" smtClean="0"/>
              <a:t>‹#›</a:t>
            </a:fld>
            <a:endParaRPr lang="zh-HK" altLang="en-US"/>
          </a:p>
        </p:txBody>
      </p:sp>
      <p:sp>
        <p:nvSpPr>
          <p:cNvPr id="5" name="Date Placeholder 4"/>
          <p:cNvSpPr>
            <a:spLocks noGrp="1"/>
          </p:cNvSpPr>
          <p:nvPr>
            <p:ph type="dt" sz="half" idx="10"/>
          </p:nvPr>
        </p:nvSpPr>
        <p:spPr/>
        <p:txBody>
          <a:bodyPr/>
          <a:lstStyle/>
          <a:p>
            <a:fld id="{0EB0C4A0-5C3E-408F-85EA-2852334DD6D1}" type="datetime1">
              <a:rPr lang="zh-HK" altLang="en-US" smtClean="0"/>
              <a:t>9/10/2026</a:t>
            </a:fld>
            <a:endParaRPr lang="zh-HK" altLang="en-US"/>
          </a:p>
        </p:txBody>
      </p:sp>
    </p:spTree>
    <p:extLst>
      <p:ext uri="{BB962C8B-B14F-4D97-AF65-F5344CB8AC3E}">
        <p14:creationId xmlns:p14="http://schemas.microsoft.com/office/powerpoint/2010/main" val="265628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ltLang="zh-HK"/>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04DF8573-CF93-44D5-95BA-CBF75500A9AD}"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487105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HK"/>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HK"/>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B45B9AB2-A066-460D-AFA6-4C5E5CF7F26F}"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147112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ltLang="zh-HK"/>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B98AF0D8-8662-4DE9-B624-02C23BFA87A4}"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23565031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HK"/>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HK"/>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1CC503C6-8E75-4222-A876-F84552542912}"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975044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ltLang="zh-HK"/>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HK"/>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7C462C1D-1ED0-45C6-B095-BB5091C60EC8}"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076011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10"/>
          </p:nvPr>
        </p:nvSpPr>
        <p:spPr/>
        <p:txBody>
          <a:bodyPr/>
          <a:lstStyle/>
          <a:p>
            <a:fld id="{552842EA-3C04-490C-8EEC-C65B716AA677}"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0356240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ltLang="zh-HK"/>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10"/>
          </p:nvPr>
        </p:nvSpPr>
        <p:spPr/>
        <p:txBody>
          <a:bodyPr/>
          <a:lstStyle/>
          <a:p>
            <a:fld id="{451E5EBD-63ED-4B25-BCB9-B4240C7F533F}" type="datetime1">
              <a:rPr lang="zh-HK" altLang="en-US" smtClean="0"/>
              <a:t>9/10/2026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487054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B54262-2539-4299-A2AB-DB6130FF5417}" type="datetime1">
              <a:rPr lang="zh-HK" altLang="en-US" smtClean="0"/>
              <a:t>9/10/2026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70889479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06" r:id="rId6"/>
    <p:sldLayoutId id="2147483701" r:id="rId7"/>
    <p:sldLayoutId id="2147483702" r:id="rId8"/>
    <p:sldLayoutId id="2147483703" r:id="rId9"/>
    <p:sldLayoutId id="2147483704" r:id="rId10"/>
    <p:sldLayoutId id="2147483705" r:id="rId11"/>
    <p:sldLayoutId id="2147483707" r:id="rId12"/>
  </p:sldLayoutIdLst>
  <p:hf hdr="0" ftr="0" dt="0"/>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ltLang="zh-HK"/>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37424F-82A8-4FD3-A8AC-09449A380628}" type="datetime1">
              <a:rPr lang="zh-HK" altLang="en-US" smtClean="0"/>
              <a:t>9/10/2026</a:t>
            </a:fld>
            <a:endParaRPr lang="zh-HK"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249270093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CC6CF5-477F-48E6-98D0-0228CBCD6C0E}"/>
              </a:ext>
            </a:extLst>
          </p:cNvPr>
          <p:cNvSpPr>
            <a:spLocks noGrp="1"/>
          </p:cNvSpPr>
          <p:nvPr>
            <p:ph type="subTitle" idx="1"/>
          </p:nvPr>
        </p:nvSpPr>
        <p:spPr>
          <a:xfrm>
            <a:off x="784919" y="5916349"/>
            <a:ext cx="10925101" cy="842250"/>
          </a:xfrm>
        </p:spPr>
        <p:txBody>
          <a:bodyPr vert="horz" lIns="91440" tIns="45720" rIns="91440" bIns="45720" rtlCol="0" anchor="t">
            <a:normAutofit/>
          </a:bodyPr>
          <a:lstStyle/>
          <a:p>
            <a:r>
              <a:rPr lang="en-US" altLang="zh-HK" sz="1400" dirty="0">
                <a:solidFill>
                  <a:schemeClr val="tx1">
                    <a:lumMod val="85000"/>
                    <a:lumOff val="15000"/>
                  </a:schemeClr>
                </a:solidFill>
                <a:latin typeface="Arial"/>
                <a:ea typeface="新細明體"/>
                <a:cs typeface="Arial"/>
              </a:rPr>
              <a:t>Private and Confidential 27 April 2022</a:t>
            </a:r>
          </a:p>
        </p:txBody>
      </p:sp>
      <p:pic>
        <p:nvPicPr>
          <p:cNvPr id="5" name="Picture 4"/>
          <p:cNvPicPr>
            <a:picLocks noChangeAspect="1"/>
          </p:cNvPicPr>
          <p:nvPr/>
        </p:nvPicPr>
        <p:blipFill>
          <a:blip r:embed="rId3" cstate="print">
            <a:biLevel thresh="75000"/>
            <a:extLst>
              <a:ext uri="{28A0092B-C50C-407E-A947-70E740481C1C}">
                <a14:useLocalDpi xmlns:a14="http://schemas.microsoft.com/office/drawing/2010/main" val="0"/>
              </a:ext>
            </a:extLst>
          </a:blip>
          <a:stretch>
            <a:fillRect/>
          </a:stretch>
        </p:blipFill>
        <p:spPr>
          <a:xfrm>
            <a:off x="2521712" y="1381662"/>
            <a:ext cx="6514877" cy="2514946"/>
          </a:xfrm>
          <a:prstGeom prst="rect">
            <a:avLst/>
          </a:prstGeom>
        </p:spPr>
      </p:pic>
      <p:sp>
        <p:nvSpPr>
          <p:cNvPr id="6" name="文字方塊 5">
            <a:extLst>
              <a:ext uri="{FF2B5EF4-FFF2-40B4-BE49-F238E27FC236}">
                <a16:creationId xmlns:a16="http://schemas.microsoft.com/office/drawing/2014/main" id="{9DABC068-CA92-4BB6-82BA-DBA2E0AFF005}"/>
              </a:ext>
            </a:extLst>
          </p:cNvPr>
          <p:cNvSpPr txBox="1"/>
          <p:nvPr/>
        </p:nvSpPr>
        <p:spPr>
          <a:xfrm>
            <a:off x="632900" y="6385099"/>
            <a:ext cx="75415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HK" sz="1400" b="1" i="0" u="none" strike="noStrike" kern="1200" cap="all" spc="0" normalizeH="0" baseline="0" noProof="0" dirty="0">
                <a:ln>
                  <a:noFill/>
                </a:ln>
                <a:solidFill>
                  <a:srgbClr val="7F7F7F"/>
                </a:solidFill>
                <a:effectLst/>
                <a:uLnTx/>
                <a:uFillTx/>
                <a:latin typeface="Arial" panose="020B0604020202020204" pitchFamily="34" charset="0"/>
                <a:ea typeface="微軟正黑體" panose="020B0604030504040204" pitchFamily="34" charset="-120"/>
                <a:cs typeface="+mn-cs"/>
              </a:rPr>
              <a:t>COPYRIGHT 2020 © ROBORN. ALL RIGHTS RESERVED.</a:t>
            </a:r>
            <a:r>
              <a:rPr kumimoji="0" lang="en-US" altLang="zh-HK" sz="1400" b="0" i="0" u="none" strike="noStrike" kern="1200" cap="none" spc="0" normalizeH="0" baseline="0" noProof="0" dirty="0">
                <a:ln>
                  <a:noFill/>
                </a:ln>
                <a:solidFill>
                  <a:srgbClr val="7F7F7F"/>
                </a:solidFill>
                <a:effectLst/>
                <a:uLnTx/>
                <a:uFillTx/>
                <a:latin typeface="Arial" panose="020B0604020202020204" pitchFamily="34" charset="0"/>
                <a:ea typeface="微軟正黑體" panose="020B0604030504040204" pitchFamily="34" charset="-120"/>
                <a:cs typeface="+mn-cs"/>
              </a:rPr>
              <a:t> </a:t>
            </a:r>
            <a:endParaRPr kumimoji="0" lang="zh-HK" altLang="en-US" sz="1400" b="0" i="0" u="none" strike="noStrike" kern="1200" cap="none" spc="0" normalizeH="0" baseline="0" noProof="0" dirty="0">
              <a:ln>
                <a:noFill/>
              </a:ln>
              <a:solidFill>
                <a:prstClr val="black"/>
              </a:solidFill>
              <a:effectLst/>
              <a:uLnTx/>
              <a:uFillTx/>
              <a:latin typeface="Trebuchet MS" panose="020B0603020202020204"/>
              <a:ea typeface="微軟正黑體" panose="020B0604030504040204" pitchFamily="34" charset="-120"/>
              <a:cs typeface="+mn-cs"/>
            </a:endParaRPr>
          </a:p>
        </p:txBody>
      </p:sp>
      <p:sp>
        <p:nvSpPr>
          <p:cNvPr id="4" name="文字方塊 3">
            <a:extLst>
              <a:ext uri="{FF2B5EF4-FFF2-40B4-BE49-F238E27FC236}">
                <a16:creationId xmlns:a16="http://schemas.microsoft.com/office/drawing/2014/main" id="{2C01FC13-A320-4483-97BB-A65A402CCFD4}"/>
              </a:ext>
            </a:extLst>
          </p:cNvPr>
          <p:cNvSpPr txBox="1"/>
          <p:nvPr/>
        </p:nvSpPr>
        <p:spPr>
          <a:xfrm>
            <a:off x="632900" y="5963974"/>
            <a:ext cx="2187019"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HK" sz="1800" b="0" i="0" u="none" strike="noStrike" kern="1200" cap="none" spc="0" normalizeH="0" baseline="0" noProof="0" dirty="0">
                <a:ln>
                  <a:noFill/>
                </a:ln>
                <a:solidFill>
                  <a:prstClr val="black"/>
                </a:solidFill>
                <a:effectLst/>
                <a:uLnTx/>
                <a:uFillTx/>
                <a:latin typeface="Trebuchet MS" panose="020B0603020202020204"/>
                <a:ea typeface="微軟正黑體" panose="020B0604030504040204" pitchFamily="34" charset="-120"/>
                <a:cs typeface="+mn-cs"/>
              </a:rPr>
              <a:t>www.roborn.com</a:t>
            </a:r>
            <a:endParaRPr kumimoji="0" lang="zh-HK" altLang="en-US" sz="1800" b="0" i="0" u="none" strike="noStrike" kern="1200" cap="none" spc="0" normalizeH="0" baseline="0" noProof="0" dirty="0">
              <a:ln>
                <a:noFill/>
              </a:ln>
              <a:solidFill>
                <a:prstClr val="black"/>
              </a:solidFill>
              <a:effectLst/>
              <a:uLnTx/>
              <a:uFillTx/>
              <a:latin typeface="Trebuchet MS" panose="020B0603020202020204"/>
              <a:ea typeface="微軟正黑體" panose="020B0604030504040204" pitchFamily="34" charset="-120"/>
              <a:cs typeface="+mn-cs"/>
            </a:endParaRPr>
          </a:p>
        </p:txBody>
      </p:sp>
      <p:pic>
        <p:nvPicPr>
          <p:cNvPr id="9" name="圖片 8">
            <a:extLst>
              <a:ext uri="{FF2B5EF4-FFF2-40B4-BE49-F238E27FC236}">
                <a16:creationId xmlns:a16="http://schemas.microsoft.com/office/drawing/2014/main" id="{EA933975-DF61-48B6-9483-6B4E559E06F6}"/>
              </a:ext>
            </a:extLst>
          </p:cNvPr>
          <p:cNvPicPr>
            <a:picLocks noChangeAspect="1"/>
          </p:cNvPicPr>
          <p:nvPr/>
        </p:nvPicPr>
        <p:blipFill>
          <a:blip r:embed="rId4"/>
          <a:stretch>
            <a:fillRect/>
          </a:stretch>
        </p:blipFill>
        <p:spPr>
          <a:xfrm>
            <a:off x="706485" y="4903522"/>
            <a:ext cx="1137229" cy="1137229"/>
          </a:xfrm>
          <a:prstGeom prst="rect">
            <a:avLst/>
          </a:prstGeom>
        </p:spPr>
      </p:pic>
      <p:sp>
        <p:nvSpPr>
          <p:cNvPr id="7" name="Slide Number Placeholder 6">
            <a:extLst>
              <a:ext uri="{FF2B5EF4-FFF2-40B4-BE49-F238E27FC236}">
                <a16:creationId xmlns:a16="http://schemas.microsoft.com/office/drawing/2014/main" id="{930A415F-967E-4998-850A-D9A675E51A5F}"/>
              </a:ext>
            </a:extLst>
          </p:cNvPr>
          <p:cNvSpPr>
            <a:spLocks noGrp="1"/>
          </p:cNvSpPr>
          <p:nvPr>
            <p:ph type="sldNum" sz="quarter" idx="12"/>
          </p:nvPr>
        </p:nvSpPr>
        <p:spPr>
          <a:xfrm>
            <a:off x="8590663" y="6041362"/>
            <a:ext cx="683339" cy="365125"/>
          </a:xfrm>
        </p:spPr>
        <p:txBody>
          <a:bodyPr/>
          <a:lstStyle/>
          <a:p>
            <a:fld id="{CF9A1619-F87A-4FCD-8947-EF4132FEEC38}" type="slidenum">
              <a:rPr lang="zh-HK" altLang="en-US" smtClean="0"/>
              <a:t>1</a:t>
            </a:fld>
            <a:endParaRPr lang="zh-HK" altLang="en-US"/>
          </a:p>
        </p:txBody>
      </p:sp>
    </p:spTree>
    <p:extLst>
      <p:ext uri="{BB962C8B-B14F-4D97-AF65-F5344CB8AC3E}">
        <p14:creationId xmlns:p14="http://schemas.microsoft.com/office/powerpoint/2010/main" val="349526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EBF458-910A-B749-6547-EB4A142E888B}"/>
              </a:ext>
            </a:extLst>
          </p:cNvPr>
          <p:cNvSpPr>
            <a:spLocks noGrp="1"/>
          </p:cNvSpPr>
          <p:nvPr>
            <p:ph type="title"/>
          </p:nvPr>
        </p:nvSpPr>
        <p:spPr/>
        <p:txBody>
          <a:bodyPr/>
          <a:lstStyle/>
          <a:p>
            <a:r>
              <a:rPr lang="en-HK" altLang="zh-HK" dirty="0"/>
              <a:t>Overview</a:t>
            </a:r>
            <a:endParaRPr lang="zh-HK" altLang="en-US" dirty="0"/>
          </a:p>
        </p:txBody>
      </p:sp>
      <p:sp>
        <p:nvSpPr>
          <p:cNvPr id="4" name="投影片編號版面配置區 3">
            <a:extLst>
              <a:ext uri="{FF2B5EF4-FFF2-40B4-BE49-F238E27FC236}">
                <a16:creationId xmlns:a16="http://schemas.microsoft.com/office/drawing/2014/main" id="{8C8FB493-81B8-2D14-688D-431D7818FAEE}"/>
              </a:ext>
            </a:extLst>
          </p:cNvPr>
          <p:cNvSpPr>
            <a:spLocks noGrp="1"/>
          </p:cNvSpPr>
          <p:nvPr>
            <p:ph type="sldNum" sz="quarter" idx="12"/>
          </p:nvPr>
        </p:nvSpPr>
        <p:spPr>
          <a:xfrm>
            <a:off x="8628763" y="5667375"/>
            <a:ext cx="683339" cy="365125"/>
          </a:xfrm>
        </p:spPr>
        <p:txBody>
          <a:bodyPr/>
          <a:lstStyle/>
          <a:p>
            <a:fld id="{CF9A1619-F87A-4FCD-8947-EF4132FEEC38}" type="slidenum">
              <a:rPr lang="zh-HK" altLang="en-US" smtClean="0"/>
              <a:t>2</a:t>
            </a:fld>
            <a:endParaRPr lang="zh-HK" altLang="en-US"/>
          </a:p>
        </p:txBody>
      </p:sp>
      <p:pic>
        <p:nvPicPr>
          <p:cNvPr id="9" name="內容版面配置區 8">
            <a:extLst>
              <a:ext uri="{FF2B5EF4-FFF2-40B4-BE49-F238E27FC236}">
                <a16:creationId xmlns:a16="http://schemas.microsoft.com/office/drawing/2014/main" id="{9B003862-CDEC-9EB2-2261-AB8934DFD3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1339" y="1556413"/>
            <a:ext cx="9443555" cy="4691987"/>
          </a:xfrm>
          <a:prstGeom prst="rect">
            <a:avLst/>
          </a:prstGeom>
        </p:spPr>
      </p:pic>
      <p:sp>
        <p:nvSpPr>
          <p:cNvPr id="10" name="矩形 9">
            <a:extLst>
              <a:ext uri="{FF2B5EF4-FFF2-40B4-BE49-F238E27FC236}">
                <a16:creationId xmlns:a16="http://schemas.microsoft.com/office/drawing/2014/main" id="{B71926BA-C249-D9F6-EAB7-8F10FDFAFAEF}"/>
              </a:ext>
            </a:extLst>
          </p:cNvPr>
          <p:cNvSpPr/>
          <p:nvPr/>
        </p:nvSpPr>
        <p:spPr>
          <a:xfrm>
            <a:off x="1271339" y="1744805"/>
            <a:ext cx="1521880" cy="2737061"/>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2" name="矩形 11">
            <a:extLst>
              <a:ext uri="{FF2B5EF4-FFF2-40B4-BE49-F238E27FC236}">
                <a16:creationId xmlns:a16="http://schemas.microsoft.com/office/drawing/2014/main" id="{6074EDB3-19AF-6898-A82E-AEC84C3DF736}"/>
              </a:ext>
            </a:extLst>
          </p:cNvPr>
          <p:cNvSpPr/>
          <p:nvPr/>
        </p:nvSpPr>
        <p:spPr>
          <a:xfrm>
            <a:off x="2870200" y="1745111"/>
            <a:ext cx="5942819" cy="2737061"/>
          </a:xfrm>
          <a:prstGeom prst="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4" name="矩形 13">
            <a:extLst>
              <a:ext uri="{FF2B5EF4-FFF2-40B4-BE49-F238E27FC236}">
                <a16:creationId xmlns:a16="http://schemas.microsoft.com/office/drawing/2014/main" id="{F6699BF7-7DE8-CA19-F3A0-DEB15DA6A42D}"/>
              </a:ext>
            </a:extLst>
          </p:cNvPr>
          <p:cNvSpPr/>
          <p:nvPr/>
        </p:nvSpPr>
        <p:spPr>
          <a:xfrm>
            <a:off x="8890000" y="1745111"/>
            <a:ext cx="1747913" cy="2737061"/>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6" name="矩形 15">
            <a:extLst>
              <a:ext uri="{FF2B5EF4-FFF2-40B4-BE49-F238E27FC236}">
                <a16:creationId xmlns:a16="http://schemas.microsoft.com/office/drawing/2014/main" id="{5B57B53A-3609-8CD8-D803-F9E1F11D5A61}"/>
              </a:ext>
            </a:extLst>
          </p:cNvPr>
          <p:cNvSpPr/>
          <p:nvPr/>
        </p:nvSpPr>
        <p:spPr>
          <a:xfrm>
            <a:off x="2793219" y="4556806"/>
            <a:ext cx="7921675" cy="852043"/>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8" name="矩形 17">
            <a:extLst>
              <a:ext uri="{FF2B5EF4-FFF2-40B4-BE49-F238E27FC236}">
                <a16:creationId xmlns:a16="http://schemas.microsoft.com/office/drawing/2014/main" id="{3A75A1A6-37B4-442A-0649-E871BC663959}"/>
              </a:ext>
            </a:extLst>
          </p:cNvPr>
          <p:cNvSpPr/>
          <p:nvPr/>
        </p:nvSpPr>
        <p:spPr>
          <a:xfrm>
            <a:off x="2793219" y="5448391"/>
            <a:ext cx="7921675" cy="852043"/>
          </a:xfrm>
          <a:prstGeom prst="rect">
            <a:avLst/>
          </a:prstGeom>
          <a:noFill/>
          <a:ln w="57150">
            <a:solidFill>
              <a:srgbClr val="FF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0" name="矩形 19">
            <a:extLst>
              <a:ext uri="{FF2B5EF4-FFF2-40B4-BE49-F238E27FC236}">
                <a16:creationId xmlns:a16="http://schemas.microsoft.com/office/drawing/2014/main" id="{0F55B4E1-C079-B7D8-F619-B634898F75B3}"/>
              </a:ext>
            </a:extLst>
          </p:cNvPr>
          <p:cNvSpPr/>
          <p:nvPr/>
        </p:nvSpPr>
        <p:spPr>
          <a:xfrm>
            <a:off x="1271339" y="4565124"/>
            <a:ext cx="1471471" cy="1735310"/>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1" name="文字方塊 20">
            <a:extLst>
              <a:ext uri="{FF2B5EF4-FFF2-40B4-BE49-F238E27FC236}">
                <a16:creationId xmlns:a16="http://schemas.microsoft.com/office/drawing/2014/main" id="{2D0BCE88-FFA9-145D-630D-9B0019D688C3}"/>
              </a:ext>
            </a:extLst>
          </p:cNvPr>
          <p:cNvSpPr txBox="1"/>
          <p:nvPr/>
        </p:nvSpPr>
        <p:spPr>
          <a:xfrm>
            <a:off x="67733" y="2704012"/>
            <a:ext cx="1219201" cy="646331"/>
          </a:xfrm>
          <a:prstGeom prst="rect">
            <a:avLst/>
          </a:prstGeom>
          <a:noFill/>
        </p:spPr>
        <p:txBody>
          <a:bodyPr wrap="square" rtlCol="0">
            <a:spAutoFit/>
          </a:bodyPr>
          <a:lstStyle/>
          <a:p>
            <a:r>
              <a:rPr lang="en-HK" b="1" dirty="0">
                <a:solidFill>
                  <a:schemeClr val="accent1">
                    <a:lumMod val="75000"/>
                  </a:schemeClr>
                </a:solidFill>
              </a:rPr>
              <a:t>List of Elements</a:t>
            </a:r>
          </a:p>
        </p:txBody>
      </p:sp>
      <p:sp>
        <p:nvSpPr>
          <p:cNvPr id="23" name="文字方塊 22">
            <a:extLst>
              <a:ext uri="{FF2B5EF4-FFF2-40B4-BE49-F238E27FC236}">
                <a16:creationId xmlns:a16="http://schemas.microsoft.com/office/drawing/2014/main" id="{4CEC8DCA-83FB-B5F9-6D9C-6D92276A7A77}"/>
              </a:ext>
            </a:extLst>
          </p:cNvPr>
          <p:cNvSpPr txBox="1"/>
          <p:nvPr/>
        </p:nvSpPr>
        <p:spPr>
          <a:xfrm>
            <a:off x="115620" y="4961398"/>
            <a:ext cx="1219201" cy="646331"/>
          </a:xfrm>
          <a:prstGeom prst="rect">
            <a:avLst/>
          </a:prstGeom>
          <a:noFill/>
        </p:spPr>
        <p:txBody>
          <a:bodyPr wrap="square" rtlCol="0">
            <a:spAutoFit/>
          </a:bodyPr>
          <a:lstStyle/>
          <a:p>
            <a:r>
              <a:rPr lang="en-HK" b="1" dirty="0">
                <a:solidFill>
                  <a:schemeClr val="accent2">
                    <a:lumMod val="75000"/>
                  </a:schemeClr>
                </a:solidFill>
              </a:rPr>
              <a:t>Control Panel</a:t>
            </a:r>
          </a:p>
        </p:txBody>
      </p:sp>
      <p:sp>
        <p:nvSpPr>
          <p:cNvPr id="25" name="文字方塊 24">
            <a:extLst>
              <a:ext uri="{FF2B5EF4-FFF2-40B4-BE49-F238E27FC236}">
                <a16:creationId xmlns:a16="http://schemas.microsoft.com/office/drawing/2014/main" id="{A0FEDF62-F144-B9E6-1EFD-D70AB3BB916C}"/>
              </a:ext>
            </a:extLst>
          </p:cNvPr>
          <p:cNvSpPr txBox="1"/>
          <p:nvPr/>
        </p:nvSpPr>
        <p:spPr>
          <a:xfrm>
            <a:off x="10972799" y="5551246"/>
            <a:ext cx="1219201" cy="646331"/>
          </a:xfrm>
          <a:prstGeom prst="rect">
            <a:avLst/>
          </a:prstGeom>
          <a:noFill/>
        </p:spPr>
        <p:txBody>
          <a:bodyPr wrap="square" rtlCol="0">
            <a:spAutoFit/>
          </a:bodyPr>
          <a:lstStyle/>
          <a:p>
            <a:r>
              <a:rPr lang="en-HK" b="1" dirty="0">
                <a:solidFill>
                  <a:srgbClr val="FF0066"/>
                </a:solidFill>
              </a:rPr>
              <a:t>Speed Graph</a:t>
            </a:r>
          </a:p>
        </p:txBody>
      </p:sp>
      <p:sp>
        <p:nvSpPr>
          <p:cNvPr id="27" name="文字方塊 26">
            <a:extLst>
              <a:ext uri="{FF2B5EF4-FFF2-40B4-BE49-F238E27FC236}">
                <a16:creationId xmlns:a16="http://schemas.microsoft.com/office/drawing/2014/main" id="{00FDB1DE-837B-85D8-074E-F6E144AFC72E}"/>
              </a:ext>
            </a:extLst>
          </p:cNvPr>
          <p:cNvSpPr txBox="1"/>
          <p:nvPr/>
        </p:nvSpPr>
        <p:spPr>
          <a:xfrm>
            <a:off x="10857179" y="4613495"/>
            <a:ext cx="1219201" cy="369332"/>
          </a:xfrm>
          <a:prstGeom prst="rect">
            <a:avLst/>
          </a:prstGeom>
          <a:noFill/>
        </p:spPr>
        <p:txBody>
          <a:bodyPr wrap="square" rtlCol="0">
            <a:spAutoFit/>
          </a:bodyPr>
          <a:lstStyle/>
          <a:p>
            <a:r>
              <a:rPr lang="en-HK" b="1" dirty="0">
                <a:solidFill>
                  <a:srgbClr val="FFFF00"/>
                </a:solidFill>
              </a:rPr>
              <a:t>Timeline</a:t>
            </a:r>
          </a:p>
        </p:txBody>
      </p:sp>
      <p:sp>
        <p:nvSpPr>
          <p:cNvPr id="29" name="文字方塊 28">
            <a:extLst>
              <a:ext uri="{FF2B5EF4-FFF2-40B4-BE49-F238E27FC236}">
                <a16:creationId xmlns:a16="http://schemas.microsoft.com/office/drawing/2014/main" id="{49C54159-EFF4-2624-B7FC-0D4C89F8E912}"/>
              </a:ext>
            </a:extLst>
          </p:cNvPr>
          <p:cNvSpPr txBox="1"/>
          <p:nvPr/>
        </p:nvSpPr>
        <p:spPr>
          <a:xfrm>
            <a:off x="5232008" y="858048"/>
            <a:ext cx="1273295" cy="369332"/>
          </a:xfrm>
          <a:prstGeom prst="rect">
            <a:avLst/>
          </a:prstGeom>
          <a:noFill/>
        </p:spPr>
        <p:txBody>
          <a:bodyPr wrap="square" rtlCol="0">
            <a:spAutoFit/>
          </a:bodyPr>
          <a:lstStyle/>
          <a:p>
            <a:r>
              <a:rPr lang="en-HK" b="1" dirty="0">
                <a:solidFill>
                  <a:schemeClr val="accent5">
                    <a:lumMod val="75000"/>
                  </a:schemeClr>
                </a:solidFill>
              </a:rPr>
              <a:t>Main View</a:t>
            </a:r>
          </a:p>
        </p:txBody>
      </p:sp>
      <p:sp>
        <p:nvSpPr>
          <p:cNvPr id="31" name="文字方塊 30">
            <a:extLst>
              <a:ext uri="{FF2B5EF4-FFF2-40B4-BE49-F238E27FC236}">
                <a16:creationId xmlns:a16="http://schemas.microsoft.com/office/drawing/2014/main" id="{3648BEFE-74F7-33E7-A146-9A71A97E4C89}"/>
              </a:ext>
            </a:extLst>
          </p:cNvPr>
          <p:cNvSpPr txBox="1"/>
          <p:nvPr/>
        </p:nvSpPr>
        <p:spPr>
          <a:xfrm>
            <a:off x="10726572" y="2616926"/>
            <a:ext cx="1349808" cy="646331"/>
          </a:xfrm>
          <a:prstGeom prst="rect">
            <a:avLst/>
          </a:prstGeom>
          <a:noFill/>
        </p:spPr>
        <p:txBody>
          <a:bodyPr wrap="square" rtlCol="0">
            <a:spAutoFit/>
          </a:bodyPr>
          <a:lstStyle/>
          <a:p>
            <a:r>
              <a:rPr lang="en-HK" b="1" dirty="0">
                <a:solidFill>
                  <a:srgbClr val="FF5050"/>
                </a:solidFill>
              </a:rPr>
              <a:t>Object Properties</a:t>
            </a:r>
          </a:p>
        </p:txBody>
      </p:sp>
    </p:spTree>
    <p:extLst>
      <p:ext uri="{BB962C8B-B14F-4D97-AF65-F5344CB8AC3E}">
        <p14:creationId xmlns:p14="http://schemas.microsoft.com/office/powerpoint/2010/main" val="2099893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A89015-FC8A-4A46-4C8B-B8F1C76CCE37}"/>
              </a:ext>
            </a:extLst>
          </p:cNvPr>
          <p:cNvSpPr>
            <a:spLocks noGrp="1"/>
          </p:cNvSpPr>
          <p:nvPr>
            <p:ph type="title"/>
          </p:nvPr>
        </p:nvSpPr>
        <p:spPr/>
        <p:txBody>
          <a:bodyPr/>
          <a:lstStyle/>
          <a:p>
            <a:r>
              <a:rPr lang="en-HK" dirty="0"/>
              <a:t>Basic Controls</a:t>
            </a:r>
          </a:p>
        </p:txBody>
      </p:sp>
      <p:sp>
        <p:nvSpPr>
          <p:cNvPr id="4" name="投影片編號版面配置區 3">
            <a:extLst>
              <a:ext uri="{FF2B5EF4-FFF2-40B4-BE49-F238E27FC236}">
                <a16:creationId xmlns:a16="http://schemas.microsoft.com/office/drawing/2014/main" id="{8EAEBEE0-6BDB-DFEC-EFAF-731467AF6A4D}"/>
              </a:ext>
            </a:extLst>
          </p:cNvPr>
          <p:cNvSpPr>
            <a:spLocks noGrp="1"/>
          </p:cNvSpPr>
          <p:nvPr>
            <p:ph type="sldNum" sz="quarter" idx="12"/>
          </p:nvPr>
        </p:nvSpPr>
        <p:spPr/>
        <p:txBody>
          <a:bodyPr/>
          <a:lstStyle/>
          <a:p>
            <a:fld id="{CF9A1619-F87A-4FCD-8947-EF4132FEEC38}" type="slidenum">
              <a:rPr lang="zh-HK" altLang="en-US" smtClean="0"/>
              <a:t>3</a:t>
            </a:fld>
            <a:endParaRPr lang="zh-HK" altLang="en-US"/>
          </a:p>
        </p:txBody>
      </p:sp>
      <p:sp>
        <p:nvSpPr>
          <p:cNvPr id="5" name="文字方塊 4">
            <a:extLst>
              <a:ext uri="{FF2B5EF4-FFF2-40B4-BE49-F238E27FC236}">
                <a16:creationId xmlns:a16="http://schemas.microsoft.com/office/drawing/2014/main" id="{DCE54EE9-427B-BAA4-FF35-10055CBDEDCD}"/>
              </a:ext>
            </a:extLst>
          </p:cNvPr>
          <p:cNvSpPr txBox="1"/>
          <p:nvPr/>
        </p:nvSpPr>
        <p:spPr>
          <a:xfrm>
            <a:off x="235131" y="1582340"/>
            <a:ext cx="4963886" cy="4524315"/>
          </a:xfrm>
          <a:prstGeom prst="rect">
            <a:avLst/>
          </a:prstGeom>
          <a:noFill/>
        </p:spPr>
        <p:txBody>
          <a:bodyPr wrap="square" rtlCol="0">
            <a:spAutoFit/>
          </a:bodyPr>
          <a:lstStyle/>
          <a:p>
            <a:pPr marL="285750" indent="-285750">
              <a:buFontTx/>
              <a:buChar char="-"/>
            </a:pPr>
            <a:r>
              <a:rPr lang="en-HK" dirty="0"/>
              <a:t>Drag in 3D space (left click) to rotate view, right click drag to move around</a:t>
            </a:r>
          </a:p>
          <a:p>
            <a:pPr marL="285750" indent="-285750">
              <a:buFontTx/>
              <a:buChar char="-"/>
            </a:pPr>
            <a:endParaRPr lang="en-HK" dirty="0"/>
          </a:p>
          <a:p>
            <a:r>
              <a:rPr lang="en-HK" dirty="0"/>
              <a:t>- Simply select the simulation robot’s EE controller (</a:t>
            </a:r>
            <a:r>
              <a:rPr lang="en-HK" dirty="0" err="1"/>
              <a:t>simbot</a:t>
            </a:r>
            <a:r>
              <a:rPr lang="en-HK" dirty="0"/>
              <a:t> cursor) to render transform axes gizmo</a:t>
            </a:r>
          </a:p>
          <a:p>
            <a:endParaRPr lang="en-HK" dirty="0"/>
          </a:p>
          <a:p>
            <a:pPr marL="285750" indent="-285750">
              <a:buFontTx/>
              <a:buChar char="-"/>
            </a:pPr>
            <a:r>
              <a:rPr lang="en-HK" dirty="0"/>
              <a:t>Drag the axes to move and rotate robot pose</a:t>
            </a:r>
          </a:p>
          <a:p>
            <a:pPr marL="285750" indent="-285750">
              <a:buFontTx/>
              <a:buChar char="-"/>
            </a:pPr>
            <a:endParaRPr lang="en-HK" dirty="0"/>
          </a:p>
          <a:p>
            <a:pPr marL="285750" indent="-285750">
              <a:buFontTx/>
              <a:buChar char="-"/>
            </a:pPr>
            <a:r>
              <a:rPr lang="en-HK" dirty="0"/>
              <a:t>IK is calculated in real time, if IK fails, robot freezes until it can solve the IK again</a:t>
            </a:r>
          </a:p>
          <a:p>
            <a:pPr marL="285750" indent="-285750">
              <a:buFontTx/>
              <a:buChar char="-"/>
            </a:pPr>
            <a:endParaRPr lang="en-HK" dirty="0"/>
          </a:p>
          <a:p>
            <a:pPr marL="285750" indent="-285750">
              <a:buFontTx/>
              <a:buChar char="-"/>
            </a:pPr>
            <a:r>
              <a:rPr lang="en-HK" dirty="0"/>
              <a:t>Axes mode can be switched to fit world axes for positional changes and local axes for changes relative to EE pose</a:t>
            </a:r>
          </a:p>
        </p:txBody>
      </p:sp>
      <p:pic>
        <p:nvPicPr>
          <p:cNvPr id="6" name="Basic Move">
            <a:hlinkClick r:id="" action="ppaction://media"/>
            <a:extLst>
              <a:ext uri="{FF2B5EF4-FFF2-40B4-BE49-F238E27FC236}">
                <a16:creationId xmlns:a16="http://schemas.microsoft.com/office/drawing/2014/main" id="{E4524737-C15F-E36A-85C1-E7A075E417B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411871" y="1712968"/>
            <a:ext cx="6357584" cy="3576141"/>
          </a:xfrm>
          <a:prstGeom prst="rect">
            <a:avLst/>
          </a:prstGeom>
        </p:spPr>
      </p:pic>
      <p:sp>
        <p:nvSpPr>
          <p:cNvPr id="8" name="文字方塊 7">
            <a:extLst>
              <a:ext uri="{FF2B5EF4-FFF2-40B4-BE49-F238E27FC236}">
                <a16:creationId xmlns:a16="http://schemas.microsoft.com/office/drawing/2014/main" id="{04977ACE-5141-0A43-68FB-5B205A5DA5C2}"/>
              </a:ext>
            </a:extLst>
          </p:cNvPr>
          <p:cNvSpPr txBox="1"/>
          <p:nvPr/>
        </p:nvSpPr>
        <p:spPr>
          <a:xfrm>
            <a:off x="677334" y="1273946"/>
            <a:ext cx="3854068" cy="369332"/>
          </a:xfrm>
          <a:prstGeom prst="rect">
            <a:avLst/>
          </a:prstGeom>
          <a:noFill/>
        </p:spPr>
        <p:txBody>
          <a:bodyPr wrap="none" rtlCol="0">
            <a:spAutoFit/>
          </a:bodyPr>
          <a:lstStyle/>
          <a:p>
            <a:r>
              <a:rPr lang="en-HK" dirty="0">
                <a:highlight>
                  <a:srgbClr val="FFFF00"/>
                </a:highlight>
              </a:rPr>
              <a:t>Taken from any simulator out there</a:t>
            </a:r>
          </a:p>
        </p:txBody>
      </p:sp>
      <p:sp>
        <p:nvSpPr>
          <p:cNvPr id="10" name="文字方塊 9">
            <a:extLst>
              <a:ext uri="{FF2B5EF4-FFF2-40B4-BE49-F238E27FC236}">
                <a16:creationId xmlns:a16="http://schemas.microsoft.com/office/drawing/2014/main" id="{74A3E993-EF04-5C79-0BDC-DACED35B1A5D}"/>
              </a:ext>
            </a:extLst>
          </p:cNvPr>
          <p:cNvSpPr txBox="1"/>
          <p:nvPr/>
        </p:nvSpPr>
        <p:spPr>
          <a:xfrm>
            <a:off x="4555841" y="1270000"/>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386997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01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84735F-043B-44A2-3EAE-935F34FF057B}"/>
              </a:ext>
            </a:extLst>
          </p:cNvPr>
          <p:cNvSpPr>
            <a:spLocks noGrp="1"/>
          </p:cNvSpPr>
          <p:nvPr>
            <p:ph type="title"/>
          </p:nvPr>
        </p:nvSpPr>
        <p:spPr/>
        <p:txBody>
          <a:bodyPr/>
          <a:lstStyle/>
          <a:p>
            <a:r>
              <a:rPr lang="en-HK" dirty="0"/>
              <a:t>List of Elements</a:t>
            </a:r>
          </a:p>
        </p:txBody>
      </p:sp>
      <p:pic>
        <p:nvPicPr>
          <p:cNvPr id="6" name="內容版面配置區 5">
            <a:extLst>
              <a:ext uri="{FF2B5EF4-FFF2-40B4-BE49-F238E27FC236}">
                <a16:creationId xmlns:a16="http://schemas.microsoft.com/office/drawing/2014/main" id="{E78BA67C-2D09-5265-7DA3-9975D933FBDF}"/>
              </a:ext>
            </a:extLst>
          </p:cNvPr>
          <p:cNvPicPr>
            <a:picLocks noGrp="1" noChangeAspect="1"/>
          </p:cNvPicPr>
          <p:nvPr>
            <p:ph idx="1"/>
          </p:nvPr>
        </p:nvPicPr>
        <p:blipFill>
          <a:blip r:embed="rId2"/>
          <a:stretch>
            <a:fillRect/>
          </a:stretch>
        </p:blipFill>
        <p:spPr>
          <a:xfrm>
            <a:off x="8032620" y="346229"/>
            <a:ext cx="3156544" cy="6431461"/>
          </a:xfrm>
          <a:prstGeom prst="rect">
            <a:avLst/>
          </a:prstGeom>
        </p:spPr>
      </p:pic>
      <p:sp>
        <p:nvSpPr>
          <p:cNvPr id="4" name="投影片編號版面配置區 3">
            <a:extLst>
              <a:ext uri="{FF2B5EF4-FFF2-40B4-BE49-F238E27FC236}">
                <a16:creationId xmlns:a16="http://schemas.microsoft.com/office/drawing/2014/main" id="{BD6EC5B0-7741-4723-5F3C-70408D1223A9}"/>
              </a:ext>
            </a:extLst>
          </p:cNvPr>
          <p:cNvSpPr>
            <a:spLocks noGrp="1"/>
          </p:cNvSpPr>
          <p:nvPr>
            <p:ph type="sldNum" sz="quarter" idx="12"/>
          </p:nvPr>
        </p:nvSpPr>
        <p:spPr/>
        <p:txBody>
          <a:bodyPr/>
          <a:lstStyle/>
          <a:p>
            <a:fld id="{CF9A1619-F87A-4FCD-8947-EF4132FEEC38}" type="slidenum">
              <a:rPr lang="zh-HK" altLang="en-US" smtClean="0"/>
              <a:t>4</a:t>
            </a:fld>
            <a:endParaRPr lang="zh-HK" altLang="en-US"/>
          </a:p>
        </p:txBody>
      </p:sp>
      <p:sp>
        <p:nvSpPr>
          <p:cNvPr id="7" name="文字方塊 6">
            <a:extLst>
              <a:ext uri="{FF2B5EF4-FFF2-40B4-BE49-F238E27FC236}">
                <a16:creationId xmlns:a16="http://schemas.microsoft.com/office/drawing/2014/main" id="{402A28FC-E190-0801-75A2-25AE52819518}"/>
              </a:ext>
            </a:extLst>
          </p:cNvPr>
          <p:cNvSpPr txBox="1"/>
          <p:nvPr/>
        </p:nvSpPr>
        <p:spPr>
          <a:xfrm>
            <a:off x="233686" y="2342278"/>
            <a:ext cx="6298519" cy="3139321"/>
          </a:xfrm>
          <a:prstGeom prst="rect">
            <a:avLst/>
          </a:prstGeom>
          <a:noFill/>
        </p:spPr>
        <p:txBody>
          <a:bodyPr wrap="none" rtlCol="0">
            <a:spAutoFit/>
          </a:bodyPr>
          <a:lstStyle/>
          <a:p>
            <a:r>
              <a:rPr lang="en-HK" dirty="0"/>
              <a:t>Shows list of all the elements present in the scene, </a:t>
            </a:r>
            <a:br>
              <a:rPr lang="en-HK" dirty="0"/>
            </a:br>
            <a:r>
              <a:rPr lang="en-HK" dirty="0"/>
              <a:t>including:</a:t>
            </a:r>
          </a:p>
          <a:p>
            <a:endParaRPr lang="en-HK" dirty="0"/>
          </a:p>
          <a:p>
            <a:pPr marL="285750" indent="-285750">
              <a:buFontTx/>
              <a:buChar char="-"/>
            </a:pPr>
            <a:r>
              <a:rPr lang="en-HK" dirty="0"/>
              <a:t>Waypoints</a:t>
            </a:r>
          </a:p>
          <a:p>
            <a:pPr marL="285750" indent="-285750">
              <a:buFontTx/>
              <a:buChar char="-"/>
            </a:pPr>
            <a:r>
              <a:rPr lang="en-HK" dirty="0"/>
              <a:t>Bookmarked positions</a:t>
            </a:r>
          </a:p>
          <a:p>
            <a:pPr marL="285750" indent="-285750">
              <a:buFontTx/>
              <a:buChar char="-"/>
            </a:pPr>
            <a:r>
              <a:rPr lang="en-HK" dirty="0"/>
              <a:t>3D objects</a:t>
            </a:r>
          </a:p>
          <a:p>
            <a:endParaRPr lang="en-HK" dirty="0"/>
          </a:p>
          <a:p>
            <a:endParaRPr lang="en-HK" dirty="0"/>
          </a:p>
          <a:p>
            <a:endParaRPr lang="en-HK" dirty="0"/>
          </a:p>
          <a:p>
            <a:r>
              <a:rPr lang="en-HK" dirty="0"/>
              <a:t>Users can add these elements in the appropriate tab </a:t>
            </a:r>
          </a:p>
          <a:p>
            <a:r>
              <a:rPr lang="en-HK" dirty="0"/>
              <a:t>with the “+” button and toggle visibility with “eye” button</a:t>
            </a:r>
          </a:p>
        </p:txBody>
      </p:sp>
      <p:sp>
        <p:nvSpPr>
          <p:cNvPr id="11" name="矩形 10">
            <a:extLst>
              <a:ext uri="{FF2B5EF4-FFF2-40B4-BE49-F238E27FC236}">
                <a16:creationId xmlns:a16="http://schemas.microsoft.com/office/drawing/2014/main" id="{3BF75CA5-686B-6D14-8D2A-5BA351B1BCBB}"/>
              </a:ext>
            </a:extLst>
          </p:cNvPr>
          <p:cNvSpPr/>
          <p:nvPr/>
        </p:nvSpPr>
        <p:spPr>
          <a:xfrm>
            <a:off x="8032620" y="346229"/>
            <a:ext cx="3156544"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3" name="矩形 12">
            <a:extLst>
              <a:ext uri="{FF2B5EF4-FFF2-40B4-BE49-F238E27FC236}">
                <a16:creationId xmlns:a16="http://schemas.microsoft.com/office/drawing/2014/main" id="{7200B938-CB67-B5F6-1873-210DF1F66E71}"/>
              </a:ext>
            </a:extLst>
          </p:cNvPr>
          <p:cNvSpPr/>
          <p:nvPr/>
        </p:nvSpPr>
        <p:spPr>
          <a:xfrm>
            <a:off x="8590663" y="663516"/>
            <a:ext cx="313640"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5" name="矩形 14">
            <a:extLst>
              <a:ext uri="{FF2B5EF4-FFF2-40B4-BE49-F238E27FC236}">
                <a16:creationId xmlns:a16="http://schemas.microsoft.com/office/drawing/2014/main" id="{F0FEB966-4EB6-3D2B-77E7-0AA39D538297}"/>
              </a:ext>
            </a:extLst>
          </p:cNvPr>
          <p:cNvSpPr/>
          <p:nvPr/>
        </p:nvSpPr>
        <p:spPr>
          <a:xfrm>
            <a:off x="8032619" y="1597151"/>
            <a:ext cx="3156543" cy="333249"/>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7" name="矩形 16">
            <a:extLst>
              <a:ext uri="{FF2B5EF4-FFF2-40B4-BE49-F238E27FC236}">
                <a16:creationId xmlns:a16="http://schemas.microsoft.com/office/drawing/2014/main" id="{3894526E-C2C7-2F00-63B7-239D9E88F918}"/>
              </a:ext>
            </a:extLst>
          </p:cNvPr>
          <p:cNvSpPr/>
          <p:nvPr/>
        </p:nvSpPr>
        <p:spPr>
          <a:xfrm>
            <a:off x="10813002" y="663516"/>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9" name="矩形 18">
            <a:extLst>
              <a:ext uri="{FF2B5EF4-FFF2-40B4-BE49-F238E27FC236}">
                <a16:creationId xmlns:a16="http://schemas.microsoft.com/office/drawing/2014/main" id="{6B67C311-2C1D-F4CC-96B9-606481E2301F}"/>
              </a:ext>
            </a:extLst>
          </p:cNvPr>
          <p:cNvSpPr/>
          <p:nvPr/>
        </p:nvSpPr>
        <p:spPr>
          <a:xfrm>
            <a:off x="10510906" y="663515"/>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20" name="文字方塊 19">
            <a:extLst>
              <a:ext uri="{FF2B5EF4-FFF2-40B4-BE49-F238E27FC236}">
                <a16:creationId xmlns:a16="http://schemas.microsoft.com/office/drawing/2014/main" id="{BC645927-A4DB-8955-0E86-780EDED663AB}"/>
              </a:ext>
            </a:extLst>
          </p:cNvPr>
          <p:cNvSpPr txBox="1"/>
          <p:nvPr/>
        </p:nvSpPr>
        <p:spPr>
          <a:xfrm>
            <a:off x="6117458" y="795200"/>
            <a:ext cx="633635" cy="369332"/>
          </a:xfrm>
          <a:prstGeom prst="rect">
            <a:avLst/>
          </a:prstGeom>
          <a:noFill/>
        </p:spPr>
        <p:txBody>
          <a:bodyPr wrap="none" rtlCol="0">
            <a:spAutoFit/>
          </a:bodyPr>
          <a:lstStyle/>
          <a:p>
            <a:r>
              <a:rPr lang="en-HK" dirty="0"/>
              <a:t>Tabs</a:t>
            </a:r>
          </a:p>
        </p:txBody>
      </p:sp>
      <p:cxnSp>
        <p:nvCxnSpPr>
          <p:cNvPr id="22" name="直線單箭頭接點 21">
            <a:extLst>
              <a:ext uri="{FF2B5EF4-FFF2-40B4-BE49-F238E27FC236}">
                <a16:creationId xmlns:a16="http://schemas.microsoft.com/office/drawing/2014/main" id="{73146741-B2A3-8398-B954-2D7B1E174319}"/>
              </a:ext>
            </a:extLst>
          </p:cNvPr>
          <p:cNvCxnSpPr>
            <a:stCxn id="20" idx="3"/>
            <a:endCxn id="11" idx="1"/>
          </p:cNvCxnSpPr>
          <p:nvPr/>
        </p:nvCxnSpPr>
        <p:spPr>
          <a:xfrm flipV="1">
            <a:off x="6751093" y="477915"/>
            <a:ext cx="1281527" cy="501951"/>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3" name="文字方塊 22">
            <a:extLst>
              <a:ext uri="{FF2B5EF4-FFF2-40B4-BE49-F238E27FC236}">
                <a16:creationId xmlns:a16="http://schemas.microsoft.com/office/drawing/2014/main" id="{5EF1818E-E5D7-CDF7-C260-A27F20BC5CB5}"/>
              </a:ext>
            </a:extLst>
          </p:cNvPr>
          <p:cNvSpPr txBox="1"/>
          <p:nvPr/>
        </p:nvSpPr>
        <p:spPr>
          <a:xfrm>
            <a:off x="5168373" y="1314027"/>
            <a:ext cx="1909497" cy="369332"/>
          </a:xfrm>
          <a:prstGeom prst="rect">
            <a:avLst/>
          </a:prstGeom>
          <a:noFill/>
        </p:spPr>
        <p:txBody>
          <a:bodyPr wrap="none" rtlCol="0">
            <a:spAutoFit/>
          </a:bodyPr>
          <a:lstStyle/>
          <a:p>
            <a:r>
              <a:rPr lang="en-HK" dirty="0"/>
              <a:t>Number of Items</a:t>
            </a:r>
          </a:p>
        </p:txBody>
      </p:sp>
      <p:cxnSp>
        <p:nvCxnSpPr>
          <p:cNvPr id="24" name="直線單箭頭接點 23">
            <a:extLst>
              <a:ext uri="{FF2B5EF4-FFF2-40B4-BE49-F238E27FC236}">
                <a16:creationId xmlns:a16="http://schemas.microsoft.com/office/drawing/2014/main" id="{99C9361A-4E0A-66D7-BC07-CE8E8A7E4FEA}"/>
              </a:ext>
            </a:extLst>
          </p:cNvPr>
          <p:cNvCxnSpPr>
            <a:cxnSpLocks/>
            <a:stCxn id="23" idx="3"/>
          </p:cNvCxnSpPr>
          <p:nvPr/>
        </p:nvCxnSpPr>
        <p:spPr>
          <a:xfrm flipV="1">
            <a:off x="7077870" y="872971"/>
            <a:ext cx="1481805" cy="62572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7" name="矩形 26">
            <a:extLst>
              <a:ext uri="{FF2B5EF4-FFF2-40B4-BE49-F238E27FC236}">
                <a16:creationId xmlns:a16="http://schemas.microsoft.com/office/drawing/2014/main" id="{E5B98638-F826-17E8-6E78-794A96CB38A9}"/>
              </a:ext>
            </a:extLst>
          </p:cNvPr>
          <p:cNvSpPr/>
          <p:nvPr/>
        </p:nvSpPr>
        <p:spPr>
          <a:xfrm>
            <a:off x="10813002" y="2270024"/>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29" name="文字方塊 28">
            <a:extLst>
              <a:ext uri="{FF2B5EF4-FFF2-40B4-BE49-F238E27FC236}">
                <a16:creationId xmlns:a16="http://schemas.microsoft.com/office/drawing/2014/main" id="{F0CD91C7-631D-E259-6CB2-ACD9E72797ED}"/>
              </a:ext>
            </a:extLst>
          </p:cNvPr>
          <p:cNvSpPr txBox="1"/>
          <p:nvPr/>
        </p:nvSpPr>
        <p:spPr>
          <a:xfrm>
            <a:off x="5726410" y="3319639"/>
            <a:ext cx="2306209" cy="369332"/>
          </a:xfrm>
          <a:prstGeom prst="rect">
            <a:avLst/>
          </a:prstGeom>
          <a:noFill/>
        </p:spPr>
        <p:txBody>
          <a:bodyPr wrap="none" rtlCol="0">
            <a:spAutoFit/>
          </a:bodyPr>
          <a:lstStyle/>
          <a:p>
            <a:r>
              <a:rPr lang="en-HK" dirty="0"/>
              <a:t>Toggle Visibility (All)</a:t>
            </a:r>
          </a:p>
        </p:txBody>
      </p:sp>
      <p:cxnSp>
        <p:nvCxnSpPr>
          <p:cNvPr id="30" name="直線單箭頭接點 29">
            <a:extLst>
              <a:ext uri="{FF2B5EF4-FFF2-40B4-BE49-F238E27FC236}">
                <a16:creationId xmlns:a16="http://schemas.microsoft.com/office/drawing/2014/main" id="{8D59DC1D-BFEA-8788-7BAD-70C3D3CA8B2E}"/>
              </a:ext>
            </a:extLst>
          </p:cNvPr>
          <p:cNvCxnSpPr>
            <a:cxnSpLocks/>
          </p:cNvCxnSpPr>
          <p:nvPr/>
        </p:nvCxnSpPr>
        <p:spPr>
          <a:xfrm flipV="1">
            <a:off x="7893575" y="987551"/>
            <a:ext cx="2598704" cy="2574408"/>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33" name="文字方塊 32">
            <a:extLst>
              <a:ext uri="{FF2B5EF4-FFF2-40B4-BE49-F238E27FC236}">
                <a16:creationId xmlns:a16="http://schemas.microsoft.com/office/drawing/2014/main" id="{75B63A64-F332-C490-A743-06FE0D59E22E}"/>
              </a:ext>
            </a:extLst>
          </p:cNvPr>
          <p:cNvSpPr txBox="1"/>
          <p:nvPr/>
        </p:nvSpPr>
        <p:spPr>
          <a:xfrm>
            <a:off x="5400271" y="3677576"/>
            <a:ext cx="2647648" cy="369332"/>
          </a:xfrm>
          <a:prstGeom prst="rect">
            <a:avLst/>
          </a:prstGeom>
          <a:noFill/>
        </p:spPr>
        <p:txBody>
          <a:bodyPr wrap="none" rtlCol="0">
            <a:spAutoFit/>
          </a:bodyPr>
          <a:lstStyle/>
          <a:p>
            <a:r>
              <a:rPr lang="en-HK" dirty="0"/>
              <a:t>Toggle Visibility (Single)</a:t>
            </a:r>
          </a:p>
        </p:txBody>
      </p:sp>
      <p:cxnSp>
        <p:nvCxnSpPr>
          <p:cNvPr id="34" name="直線單箭頭接點 33">
            <a:extLst>
              <a:ext uri="{FF2B5EF4-FFF2-40B4-BE49-F238E27FC236}">
                <a16:creationId xmlns:a16="http://schemas.microsoft.com/office/drawing/2014/main" id="{89FA5CDA-BD4E-9033-3779-A824817B6AAD}"/>
              </a:ext>
            </a:extLst>
          </p:cNvPr>
          <p:cNvCxnSpPr>
            <a:cxnSpLocks/>
          </p:cNvCxnSpPr>
          <p:nvPr/>
        </p:nvCxnSpPr>
        <p:spPr>
          <a:xfrm flipV="1">
            <a:off x="7927566" y="2401709"/>
            <a:ext cx="2799739" cy="1460533"/>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39" name="文字方塊 38">
            <a:extLst>
              <a:ext uri="{FF2B5EF4-FFF2-40B4-BE49-F238E27FC236}">
                <a16:creationId xmlns:a16="http://schemas.microsoft.com/office/drawing/2014/main" id="{32CAF9C2-C092-C69D-D53D-07E7FD3B425D}"/>
              </a:ext>
            </a:extLst>
          </p:cNvPr>
          <p:cNvSpPr txBox="1"/>
          <p:nvPr/>
        </p:nvSpPr>
        <p:spPr>
          <a:xfrm>
            <a:off x="6293679" y="1931334"/>
            <a:ext cx="659155" cy="369332"/>
          </a:xfrm>
          <a:prstGeom prst="rect">
            <a:avLst/>
          </a:prstGeom>
          <a:noFill/>
        </p:spPr>
        <p:txBody>
          <a:bodyPr wrap="none" rtlCol="0">
            <a:spAutoFit/>
          </a:bodyPr>
          <a:lstStyle/>
          <a:p>
            <a:r>
              <a:rPr lang="en-HK" dirty="0"/>
              <a:t>Item</a:t>
            </a:r>
          </a:p>
        </p:txBody>
      </p:sp>
      <p:cxnSp>
        <p:nvCxnSpPr>
          <p:cNvPr id="40" name="直線單箭頭接點 39">
            <a:extLst>
              <a:ext uri="{FF2B5EF4-FFF2-40B4-BE49-F238E27FC236}">
                <a16:creationId xmlns:a16="http://schemas.microsoft.com/office/drawing/2014/main" id="{1E9FBD5A-242E-8376-AD1C-B25172CDA63A}"/>
              </a:ext>
            </a:extLst>
          </p:cNvPr>
          <p:cNvCxnSpPr>
            <a:cxnSpLocks/>
          </p:cNvCxnSpPr>
          <p:nvPr/>
        </p:nvCxnSpPr>
        <p:spPr>
          <a:xfrm flipV="1">
            <a:off x="6952834" y="1726981"/>
            <a:ext cx="1095085" cy="406838"/>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034073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A25-CDC1-B3B7-41F4-3F3163AC588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DEA9932-C46D-8E00-F537-7B48C1B2AEF0}"/>
              </a:ext>
            </a:extLst>
          </p:cNvPr>
          <p:cNvSpPr>
            <a:spLocks noGrp="1"/>
          </p:cNvSpPr>
          <p:nvPr>
            <p:ph type="title"/>
          </p:nvPr>
        </p:nvSpPr>
        <p:spPr/>
        <p:txBody>
          <a:bodyPr/>
          <a:lstStyle/>
          <a:p>
            <a:r>
              <a:rPr lang="en-HK" dirty="0"/>
              <a:t>List of Elements: Objects List</a:t>
            </a:r>
          </a:p>
        </p:txBody>
      </p:sp>
      <p:pic>
        <p:nvPicPr>
          <p:cNvPr id="6" name="內容版面配置區 5">
            <a:extLst>
              <a:ext uri="{FF2B5EF4-FFF2-40B4-BE49-F238E27FC236}">
                <a16:creationId xmlns:a16="http://schemas.microsoft.com/office/drawing/2014/main" id="{FF324D7A-4484-392C-7DCF-F70A5F4564E6}"/>
              </a:ext>
            </a:extLst>
          </p:cNvPr>
          <p:cNvPicPr>
            <a:picLocks noGrp="1" noChangeAspect="1"/>
          </p:cNvPicPr>
          <p:nvPr>
            <p:ph idx="1"/>
          </p:nvPr>
        </p:nvPicPr>
        <p:blipFill>
          <a:blip r:embed="rId2"/>
          <a:stretch>
            <a:fillRect/>
          </a:stretch>
        </p:blipFill>
        <p:spPr>
          <a:xfrm>
            <a:off x="255780" y="1643278"/>
            <a:ext cx="2531808" cy="5158561"/>
          </a:xfrm>
          <a:prstGeom prst="rect">
            <a:avLst/>
          </a:prstGeom>
        </p:spPr>
      </p:pic>
      <p:sp>
        <p:nvSpPr>
          <p:cNvPr id="4" name="投影片編號版面配置區 3">
            <a:extLst>
              <a:ext uri="{FF2B5EF4-FFF2-40B4-BE49-F238E27FC236}">
                <a16:creationId xmlns:a16="http://schemas.microsoft.com/office/drawing/2014/main" id="{38DEE843-F367-D8D6-795C-A769420C9D28}"/>
              </a:ext>
            </a:extLst>
          </p:cNvPr>
          <p:cNvSpPr>
            <a:spLocks noGrp="1"/>
          </p:cNvSpPr>
          <p:nvPr>
            <p:ph type="sldNum" sz="quarter" idx="12"/>
          </p:nvPr>
        </p:nvSpPr>
        <p:spPr/>
        <p:txBody>
          <a:bodyPr/>
          <a:lstStyle/>
          <a:p>
            <a:fld id="{CF9A1619-F87A-4FCD-8947-EF4132FEEC38}" type="slidenum">
              <a:rPr lang="zh-HK" altLang="en-US" smtClean="0"/>
              <a:t>5</a:t>
            </a:fld>
            <a:endParaRPr lang="zh-HK" altLang="en-US"/>
          </a:p>
        </p:txBody>
      </p:sp>
      <p:sp>
        <p:nvSpPr>
          <p:cNvPr id="3" name="文字方塊 2">
            <a:extLst>
              <a:ext uri="{FF2B5EF4-FFF2-40B4-BE49-F238E27FC236}">
                <a16:creationId xmlns:a16="http://schemas.microsoft.com/office/drawing/2014/main" id="{84F1183F-C55A-0C97-95A8-A456EC102F52}"/>
              </a:ext>
            </a:extLst>
          </p:cNvPr>
          <p:cNvSpPr txBox="1"/>
          <p:nvPr/>
        </p:nvSpPr>
        <p:spPr>
          <a:xfrm>
            <a:off x="677334" y="1273946"/>
            <a:ext cx="1957715" cy="369332"/>
          </a:xfrm>
          <a:prstGeom prst="rect">
            <a:avLst/>
          </a:prstGeom>
          <a:noFill/>
        </p:spPr>
        <p:txBody>
          <a:bodyPr wrap="none" rtlCol="0">
            <a:spAutoFit/>
          </a:bodyPr>
          <a:lstStyle/>
          <a:p>
            <a:r>
              <a:rPr lang="en-HK" dirty="0">
                <a:highlight>
                  <a:srgbClr val="FFFF00"/>
                </a:highlight>
              </a:rPr>
              <a:t>Taken from Unity</a:t>
            </a:r>
          </a:p>
        </p:txBody>
      </p:sp>
      <p:sp>
        <p:nvSpPr>
          <p:cNvPr id="5" name="文字方塊 4">
            <a:extLst>
              <a:ext uri="{FF2B5EF4-FFF2-40B4-BE49-F238E27FC236}">
                <a16:creationId xmlns:a16="http://schemas.microsoft.com/office/drawing/2014/main" id="{2BE41715-FBD6-9C0F-F475-13A46B65F8C6}"/>
              </a:ext>
            </a:extLst>
          </p:cNvPr>
          <p:cNvSpPr txBox="1"/>
          <p:nvPr/>
        </p:nvSpPr>
        <p:spPr>
          <a:xfrm>
            <a:off x="3048440" y="1711161"/>
            <a:ext cx="8574783" cy="4524315"/>
          </a:xfrm>
          <a:prstGeom prst="rect">
            <a:avLst/>
          </a:prstGeom>
          <a:noFill/>
        </p:spPr>
        <p:txBody>
          <a:bodyPr wrap="none" rtlCol="0">
            <a:spAutoFit/>
          </a:bodyPr>
          <a:lstStyle/>
          <a:p>
            <a:pPr marL="285750" indent="-285750">
              <a:lnSpc>
                <a:spcPct val="150000"/>
              </a:lnSpc>
              <a:buFontTx/>
              <a:buChar char="-"/>
            </a:pPr>
            <a:r>
              <a:rPr lang="en-HK" dirty="0"/>
              <a:t>Shows and Adds 3d objects to scene</a:t>
            </a:r>
          </a:p>
          <a:p>
            <a:pPr marL="285750" indent="-285750">
              <a:lnSpc>
                <a:spcPct val="150000"/>
              </a:lnSpc>
              <a:buFontTx/>
              <a:buChar char="-"/>
            </a:pPr>
            <a:endParaRPr lang="en-HK" dirty="0"/>
          </a:p>
          <a:p>
            <a:pPr marL="285750" indent="-285750">
              <a:lnSpc>
                <a:spcPct val="150000"/>
              </a:lnSpc>
              <a:buFontTx/>
              <a:buChar char="-"/>
            </a:pPr>
            <a:r>
              <a:rPr lang="en-HK" dirty="0"/>
              <a:t>Sim bot is displayed as “sim cursor”</a:t>
            </a:r>
          </a:p>
          <a:p>
            <a:pPr marL="285750" indent="-285750">
              <a:lnSpc>
                <a:spcPct val="150000"/>
              </a:lnSpc>
              <a:buFontTx/>
              <a:buChar char="-"/>
            </a:pPr>
            <a:endParaRPr lang="en-HK" dirty="0"/>
          </a:p>
          <a:p>
            <a:pPr marL="285750" indent="-285750">
              <a:buFontTx/>
              <a:buChar char="-"/>
            </a:pPr>
            <a:r>
              <a:rPr lang="en-HK" dirty="0"/>
              <a:t>Users can add additional simple or even custom .</a:t>
            </a:r>
            <a:r>
              <a:rPr lang="en-HK" dirty="0" err="1"/>
              <a:t>stl</a:t>
            </a:r>
            <a:r>
              <a:rPr lang="en-HK" dirty="0"/>
              <a:t> </a:t>
            </a:r>
          </a:p>
          <a:p>
            <a:r>
              <a:rPr lang="en-HK" dirty="0"/>
              <a:t>3D objects to simulate environment</a:t>
            </a:r>
          </a:p>
          <a:p>
            <a:endParaRPr lang="en-HK" dirty="0"/>
          </a:p>
          <a:p>
            <a:pPr marL="285750" indent="-285750">
              <a:buFontTx/>
              <a:buChar char="-"/>
            </a:pPr>
            <a:r>
              <a:rPr lang="en-HK" dirty="0"/>
              <a:t>Users can even add advanced objects like cameras to </a:t>
            </a:r>
          </a:p>
          <a:p>
            <a:r>
              <a:rPr lang="en-HK" dirty="0"/>
              <a:t>simulate camera position in sim world</a:t>
            </a:r>
          </a:p>
          <a:p>
            <a:endParaRPr lang="en-HK" dirty="0"/>
          </a:p>
          <a:p>
            <a:pPr marL="285750" indent="-285750">
              <a:buFontTx/>
              <a:buChar char="-"/>
            </a:pPr>
            <a:r>
              <a:rPr lang="en-HK" dirty="0">
                <a:highlight>
                  <a:srgbClr val="00FF00"/>
                </a:highlight>
              </a:rPr>
              <a:t>Parent Hierarchy System</a:t>
            </a:r>
            <a:r>
              <a:rPr lang="en-HK" dirty="0"/>
              <a:t>:</a:t>
            </a:r>
          </a:p>
          <a:p>
            <a:pPr marL="742950" lvl="1" indent="-285750">
              <a:buFontTx/>
              <a:buChar char="-"/>
            </a:pPr>
            <a:r>
              <a:rPr lang="en-HK" dirty="0"/>
              <a:t>Users can parent objects such that they move together with their parent:</a:t>
            </a:r>
          </a:p>
          <a:p>
            <a:pPr marL="1200150" lvl="2" indent="-285750">
              <a:buFontTx/>
              <a:buChar char="-"/>
            </a:pPr>
            <a:r>
              <a:rPr lang="en-HK" dirty="0"/>
              <a:t>Useful for binding objects to EE, </a:t>
            </a:r>
            <a:r>
              <a:rPr lang="en-HK" dirty="0" err="1"/>
              <a:t>eg.</a:t>
            </a:r>
            <a:r>
              <a:rPr lang="en-HK" dirty="0"/>
              <a:t> EE bound cameras</a:t>
            </a:r>
          </a:p>
          <a:p>
            <a:pPr marL="285750" indent="-285750">
              <a:buFontTx/>
              <a:buChar char="-"/>
            </a:pPr>
            <a:endParaRPr lang="en-HK" dirty="0"/>
          </a:p>
        </p:txBody>
      </p:sp>
      <p:pic>
        <p:nvPicPr>
          <p:cNvPr id="7" name="圖片 6">
            <a:extLst>
              <a:ext uri="{FF2B5EF4-FFF2-40B4-BE49-F238E27FC236}">
                <a16:creationId xmlns:a16="http://schemas.microsoft.com/office/drawing/2014/main" id="{E3C1D0E1-7287-8E84-BF21-D374E4000192}"/>
              </a:ext>
              <a:ext uri="{C183D7F6-B498-43B3-948B-1728B52AA6E4}">
                <adec:decorative xmlns:adec="http://schemas.microsoft.com/office/drawing/2017/decorative" val="1"/>
              </a:ext>
            </a:extLst>
          </p:cNvPr>
          <p:cNvPicPr>
            <a:picLocks noChangeAspect="1"/>
          </p:cNvPicPr>
          <p:nvPr/>
        </p:nvPicPr>
        <p:blipFill>
          <a:blip r:embed="rId3"/>
          <a:srcRect t="5338" r="1394"/>
          <a:stretch>
            <a:fillRect/>
          </a:stretch>
        </p:blipFill>
        <p:spPr>
          <a:xfrm>
            <a:off x="8238590" y="201467"/>
            <a:ext cx="3689986" cy="2529630"/>
          </a:xfrm>
          <a:prstGeom prst="rect">
            <a:avLst/>
          </a:prstGeom>
        </p:spPr>
      </p:pic>
      <p:sp>
        <p:nvSpPr>
          <p:cNvPr id="8" name="文字方塊 7">
            <a:extLst>
              <a:ext uri="{FF2B5EF4-FFF2-40B4-BE49-F238E27FC236}">
                <a16:creationId xmlns:a16="http://schemas.microsoft.com/office/drawing/2014/main" id="{9EA010E4-B32B-7781-0FCD-DBB7FA326F0C}"/>
              </a:ext>
            </a:extLst>
          </p:cNvPr>
          <p:cNvSpPr txBox="1"/>
          <p:nvPr/>
        </p:nvSpPr>
        <p:spPr>
          <a:xfrm>
            <a:off x="8412297" y="2787082"/>
            <a:ext cx="3305713" cy="307777"/>
          </a:xfrm>
          <a:prstGeom prst="rect">
            <a:avLst/>
          </a:prstGeom>
          <a:noFill/>
        </p:spPr>
        <p:txBody>
          <a:bodyPr wrap="none" rtlCol="0">
            <a:spAutoFit/>
          </a:bodyPr>
          <a:lstStyle/>
          <a:p>
            <a:r>
              <a:rPr lang="en-HK" sz="1400" dirty="0"/>
              <a:t>Imported .</a:t>
            </a:r>
            <a:r>
              <a:rPr lang="en-HK" sz="1400" dirty="0" err="1"/>
              <a:t>stl</a:t>
            </a:r>
            <a:r>
              <a:rPr lang="en-HK" sz="1400" dirty="0"/>
              <a:t> object bound to robot EE</a:t>
            </a:r>
          </a:p>
        </p:txBody>
      </p:sp>
    </p:spTree>
    <p:extLst>
      <p:ext uri="{BB962C8B-B14F-4D97-AF65-F5344CB8AC3E}">
        <p14:creationId xmlns:p14="http://schemas.microsoft.com/office/powerpoint/2010/main" val="275818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07D457-B2F1-3D83-A14F-E4D102E6CCFD}"/>
              </a:ext>
            </a:extLst>
          </p:cNvPr>
          <p:cNvSpPr>
            <a:spLocks noGrp="1"/>
          </p:cNvSpPr>
          <p:nvPr>
            <p:ph type="title"/>
          </p:nvPr>
        </p:nvSpPr>
        <p:spPr/>
        <p:txBody>
          <a:bodyPr/>
          <a:lstStyle/>
          <a:p>
            <a:r>
              <a:rPr lang="en-HK" dirty="0"/>
              <a:t>List of Elements: Waypoints</a:t>
            </a:r>
          </a:p>
        </p:txBody>
      </p:sp>
      <p:pic>
        <p:nvPicPr>
          <p:cNvPr id="6" name="內容版面配置區 5">
            <a:extLst>
              <a:ext uri="{FF2B5EF4-FFF2-40B4-BE49-F238E27FC236}">
                <a16:creationId xmlns:a16="http://schemas.microsoft.com/office/drawing/2014/main" id="{419F1157-18CD-40F9-190C-73649878644F}"/>
              </a:ext>
            </a:extLst>
          </p:cNvPr>
          <p:cNvPicPr>
            <a:picLocks noGrp="1" noChangeAspect="1"/>
          </p:cNvPicPr>
          <p:nvPr>
            <p:ph idx="1"/>
          </p:nvPr>
        </p:nvPicPr>
        <p:blipFill>
          <a:blip r:embed="rId2"/>
          <a:srcRect b="21679"/>
          <a:stretch>
            <a:fillRect/>
          </a:stretch>
        </p:blipFill>
        <p:spPr>
          <a:xfrm>
            <a:off x="477772" y="1314041"/>
            <a:ext cx="2663513" cy="2351692"/>
          </a:xfrm>
          <a:prstGeom prst="rect">
            <a:avLst/>
          </a:prstGeom>
        </p:spPr>
      </p:pic>
      <p:sp>
        <p:nvSpPr>
          <p:cNvPr id="4" name="投影片編號版面配置區 3">
            <a:extLst>
              <a:ext uri="{FF2B5EF4-FFF2-40B4-BE49-F238E27FC236}">
                <a16:creationId xmlns:a16="http://schemas.microsoft.com/office/drawing/2014/main" id="{1D5B8B9F-361E-58CF-3FD9-240875A24A3A}"/>
              </a:ext>
            </a:extLst>
          </p:cNvPr>
          <p:cNvSpPr>
            <a:spLocks noGrp="1"/>
          </p:cNvSpPr>
          <p:nvPr>
            <p:ph type="sldNum" sz="quarter" idx="12"/>
          </p:nvPr>
        </p:nvSpPr>
        <p:spPr/>
        <p:txBody>
          <a:bodyPr/>
          <a:lstStyle/>
          <a:p>
            <a:fld id="{CF9A1619-F87A-4FCD-8947-EF4132FEEC38}" type="slidenum">
              <a:rPr lang="zh-HK" altLang="en-US" smtClean="0"/>
              <a:t>6</a:t>
            </a:fld>
            <a:endParaRPr lang="zh-HK" altLang="en-US"/>
          </a:p>
        </p:txBody>
      </p:sp>
      <p:sp>
        <p:nvSpPr>
          <p:cNvPr id="7" name="文字方塊 6">
            <a:extLst>
              <a:ext uri="{FF2B5EF4-FFF2-40B4-BE49-F238E27FC236}">
                <a16:creationId xmlns:a16="http://schemas.microsoft.com/office/drawing/2014/main" id="{88322AF4-BC5B-E15F-B5C3-02486BFF0594}"/>
              </a:ext>
            </a:extLst>
          </p:cNvPr>
          <p:cNvSpPr txBox="1"/>
          <p:nvPr/>
        </p:nvSpPr>
        <p:spPr>
          <a:xfrm>
            <a:off x="3744812" y="1403880"/>
            <a:ext cx="7345281" cy="4801314"/>
          </a:xfrm>
          <a:prstGeom prst="rect">
            <a:avLst/>
          </a:prstGeom>
          <a:noFill/>
        </p:spPr>
        <p:txBody>
          <a:bodyPr wrap="none" rtlCol="0">
            <a:spAutoFit/>
          </a:bodyPr>
          <a:lstStyle/>
          <a:p>
            <a:r>
              <a:rPr lang="en-HK" dirty="0"/>
              <a:t>- Lists and adds waypoints (points used to create robot motion path) </a:t>
            </a:r>
          </a:p>
          <a:p>
            <a:r>
              <a:rPr lang="en-HK" dirty="0"/>
              <a:t>in 3D sim space</a:t>
            </a:r>
          </a:p>
          <a:p>
            <a:endParaRPr lang="en-HK" dirty="0"/>
          </a:p>
          <a:p>
            <a:pPr marL="285750" indent="-285750">
              <a:buFontTx/>
              <a:buChar char="-"/>
            </a:pPr>
            <a:r>
              <a:rPr lang="en-HK" b="1" dirty="0">
                <a:solidFill>
                  <a:srgbClr val="E09B20"/>
                </a:solidFill>
              </a:rPr>
              <a:t>Orange</a:t>
            </a:r>
            <a:r>
              <a:rPr lang="en-HK" dirty="0"/>
              <a:t> to add point from real robot pose</a:t>
            </a:r>
          </a:p>
          <a:p>
            <a:pPr marL="742950" lvl="1" indent="-285750">
              <a:buFontTx/>
              <a:buChar char="-"/>
            </a:pPr>
            <a:r>
              <a:rPr lang="en-HK" dirty="0"/>
              <a:t>Ideal for hand drag path planning</a:t>
            </a:r>
          </a:p>
          <a:p>
            <a:pPr lvl="1"/>
            <a:endParaRPr lang="en-HK" dirty="0"/>
          </a:p>
          <a:p>
            <a:pPr marL="285750" indent="-285750">
              <a:buFontTx/>
              <a:buChar char="-"/>
            </a:pPr>
            <a:r>
              <a:rPr lang="en-HK" b="1" dirty="0">
                <a:solidFill>
                  <a:schemeClr val="accent2"/>
                </a:solidFill>
              </a:rPr>
              <a:t>Blue</a:t>
            </a:r>
            <a:r>
              <a:rPr lang="en-HK" dirty="0"/>
              <a:t> to add point from sim bot pose</a:t>
            </a:r>
          </a:p>
          <a:p>
            <a:pPr marL="742950" lvl="1" indent="-285750">
              <a:buFontTx/>
              <a:buChar char="-"/>
            </a:pPr>
            <a:r>
              <a:rPr lang="en-HK" dirty="0"/>
              <a:t>Ideal for simulation dragging poses</a:t>
            </a:r>
          </a:p>
          <a:p>
            <a:pPr marL="742950" lvl="1" indent="-285750">
              <a:buFontTx/>
              <a:buChar char="-"/>
            </a:pPr>
            <a:endParaRPr lang="en-HK" dirty="0"/>
          </a:p>
          <a:p>
            <a:pPr marL="742950" lvl="1" indent="-285750">
              <a:buFontTx/>
              <a:buChar char="-"/>
            </a:pPr>
            <a:endParaRPr lang="en-HK" dirty="0"/>
          </a:p>
          <a:p>
            <a:pPr marL="285750" indent="-285750">
              <a:buFontTx/>
              <a:buChar char="-"/>
            </a:pPr>
            <a:r>
              <a:rPr lang="en-HK" dirty="0">
                <a:highlight>
                  <a:srgbClr val="FF0000"/>
                </a:highlight>
              </a:rPr>
              <a:t>No true hand drag planning</a:t>
            </a:r>
            <a:r>
              <a:rPr lang="en-HK" dirty="0"/>
              <a:t>:</a:t>
            </a:r>
            <a:br>
              <a:rPr lang="en-HK" dirty="0"/>
            </a:br>
            <a:r>
              <a:rPr lang="en-HK" dirty="0"/>
              <a:t>true hand drag requires recording every point per </a:t>
            </a:r>
            <a:r>
              <a:rPr lang="en-HK" dirty="0" err="1"/>
              <a:t>ms</a:t>
            </a:r>
            <a:r>
              <a:rPr lang="en-HK" dirty="0"/>
              <a:t> </a:t>
            </a:r>
          </a:p>
          <a:p>
            <a:r>
              <a:rPr lang="en-HK" dirty="0"/>
              <a:t>	-&gt;200+ points for simple path</a:t>
            </a:r>
          </a:p>
          <a:p>
            <a:r>
              <a:rPr lang="en-HK" dirty="0"/>
              <a:t>	-&gt; minor mistake gets recorded easily</a:t>
            </a:r>
          </a:p>
          <a:p>
            <a:r>
              <a:rPr lang="en-HK" dirty="0"/>
              <a:t>	+ 200 points to modify -&gt;infeasible to fine tune each point</a:t>
            </a:r>
          </a:p>
          <a:p>
            <a:endParaRPr lang="en-HK" dirty="0"/>
          </a:p>
          <a:p>
            <a:r>
              <a:rPr lang="en-HK" dirty="0"/>
              <a:t>- Solution: Bezier curve path design </a:t>
            </a:r>
          </a:p>
        </p:txBody>
      </p:sp>
      <p:pic>
        <p:nvPicPr>
          <p:cNvPr id="9" name="圖片 8">
            <a:extLst>
              <a:ext uri="{FF2B5EF4-FFF2-40B4-BE49-F238E27FC236}">
                <a16:creationId xmlns:a16="http://schemas.microsoft.com/office/drawing/2014/main" id="{D9767108-10BD-B76F-AC2F-F2B04DEFA353}"/>
              </a:ext>
            </a:extLst>
          </p:cNvPr>
          <p:cNvPicPr>
            <a:picLocks noChangeAspect="1"/>
          </p:cNvPicPr>
          <p:nvPr/>
        </p:nvPicPr>
        <p:blipFill>
          <a:blip r:embed="rId3"/>
          <a:stretch>
            <a:fillRect/>
          </a:stretch>
        </p:blipFill>
        <p:spPr>
          <a:xfrm>
            <a:off x="271150" y="3761876"/>
            <a:ext cx="3315142" cy="3096124"/>
          </a:xfrm>
          <a:prstGeom prst="rect">
            <a:avLst/>
          </a:prstGeom>
        </p:spPr>
      </p:pic>
      <p:sp>
        <p:nvSpPr>
          <p:cNvPr id="11" name="文字方塊 10">
            <a:extLst>
              <a:ext uri="{FF2B5EF4-FFF2-40B4-BE49-F238E27FC236}">
                <a16:creationId xmlns:a16="http://schemas.microsoft.com/office/drawing/2014/main" id="{C5C4CF0F-295B-AFF8-91F6-FC8166FC5C5E}"/>
              </a:ext>
            </a:extLst>
          </p:cNvPr>
          <p:cNvSpPr txBox="1"/>
          <p:nvPr/>
        </p:nvSpPr>
        <p:spPr>
          <a:xfrm>
            <a:off x="494791" y="3913908"/>
            <a:ext cx="2646494" cy="307777"/>
          </a:xfrm>
          <a:prstGeom prst="rect">
            <a:avLst/>
          </a:prstGeom>
          <a:noFill/>
        </p:spPr>
        <p:txBody>
          <a:bodyPr wrap="none" rtlCol="0">
            <a:spAutoFit/>
          </a:bodyPr>
          <a:lstStyle/>
          <a:p>
            <a:r>
              <a:rPr lang="en-HK" sz="1400" dirty="0">
                <a:solidFill>
                  <a:srgbClr val="FFFF00"/>
                </a:solidFill>
              </a:rPr>
              <a:t>Waypoint made from real pose</a:t>
            </a:r>
          </a:p>
        </p:txBody>
      </p:sp>
      <p:sp>
        <p:nvSpPr>
          <p:cNvPr id="13" name="文字方塊 12">
            <a:extLst>
              <a:ext uri="{FF2B5EF4-FFF2-40B4-BE49-F238E27FC236}">
                <a16:creationId xmlns:a16="http://schemas.microsoft.com/office/drawing/2014/main" id="{941B5684-AAE1-3A49-A7AA-EB38AB4C4A40}"/>
              </a:ext>
            </a:extLst>
          </p:cNvPr>
          <p:cNvSpPr txBox="1"/>
          <p:nvPr/>
        </p:nvSpPr>
        <p:spPr>
          <a:xfrm>
            <a:off x="494791" y="6248400"/>
            <a:ext cx="2603213" cy="307777"/>
          </a:xfrm>
          <a:prstGeom prst="rect">
            <a:avLst/>
          </a:prstGeom>
          <a:noFill/>
        </p:spPr>
        <p:txBody>
          <a:bodyPr wrap="none" rtlCol="0">
            <a:spAutoFit/>
          </a:bodyPr>
          <a:lstStyle/>
          <a:p>
            <a:r>
              <a:rPr lang="en-HK" sz="1400" dirty="0">
                <a:solidFill>
                  <a:srgbClr val="FFFF00"/>
                </a:solidFill>
              </a:rPr>
              <a:t>Waypoint made from sim pose</a:t>
            </a:r>
          </a:p>
        </p:txBody>
      </p:sp>
      <p:cxnSp>
        <p:nvCxnSpPr>
          <p:cNvPr id="14" name="直線單箭頭接點 13">
            <a:extLst>
              <a:ext uri="{FF2B5EF4-FFF2-40B4-BE49-F238E27FC236}">
                <a16:creationId xmlns:a16="http://schemas.microsoft.com/office/drawing/2014/main" id="{455929C9-881C-2F98-BC81-68024CF488AD}"/>
              </a:ext>
            </a:extLst>
          </p:cNvPr>
          <p:cNvCxnSpPr>
            <a:cxnSpLocks/>
          </p:cNvCxnSpPr>
          <p:nvPr/>
        </p:nvCxnSpPr>
        <p:spPr>
          <a:xfrm flipV="1">
            <a:off x="1796397" y="5692448"/>
            <a:ext cx="528792" cy="564132"/>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16" name="直線單箭頭接點 15">
            <a:extLst>
              <a:ext uri="{FF2B5EF4-FFF2-40B4-BE49-F238E27FC236}">
                <a16:creationId xmlns:a16="http://schemas.microsoft.com/office/drawing/2014/main" id="{F1936E32-B49F-E9FD-625E-94D5EC193CE6}"/>
              </a:ext>
            </a:extLst>
          </p:cNvPr>
          <p:cNvCxnSpPr>
            <a:cxnSpLocks/>
          </p:cNvCxnSpPr>
          <p:nvPr/>
        </p:nvCxnSpPr>
        <p:spPr>
          <a:xfrm flipH="1">
            <a:off x="1358537" y="4221685"/>
            <a:ext cx="570184" cy="731292"/>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sp>
        <p:nvSpPr>
          <p:cNvPr id="20" name="文字方塊 19">
            <a:extLst>
              <a:ext uri="{FF2B5EF4-FFF2-40B4-BE49-F238E27FC236}">
                <a16:creationId xmlns:a16="http://schemas.microsoft.com/office/drawing/2014/main" id="{61B0F39D-6D2E-FF51-BF03-D87A0720A8F1}"/>
              </a:ext>
            </a:extLst>
          </p:cNvPr>
          <p:cNvSpPr txBox="1"/>
          <p:nvPr/>
        </p:nvSpPr>
        <p:spPr>
          <a:xfrm>
            <a:off x="3744812" y="1129375"/>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540310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D4C-D444-8612-8745-BB21D063D433}"/>
              </a:ext>
            </a:extLst>
          </p:cNvPr>
          <p:cNvSpPr>
            <a:spLocks noGrp="1"/>
          </p:cNvSpPr>
          <p:nvPr>
            <p:ph type="title"/>
          </p:nvPr>
        </p:nvSpPr>
        <p:spPr/>
        <p:txBody>
          <a:bodyPr/>
          <a:lstStyle/>
          <a:p>
            <a:r>
              <a:rPr lang="en-HK" dirty="0"/>
              <a:t>List of Elements: Waypoints</a:t>
            </a:r>
          </a:p>
        </p:txBody>
      </p:sp>
      <p:pic>
        <p:nvPicPr>
          <p:cNvPr id="6" name="內容版面配置區 5">
            <a:extLst>
              <a:ext uri="{FF2B5EF4-FFF2-40B4-BE49-F238E27FC236}">
                <a16:creationId xmlns:a16="http://schemas.microsoft.com/office/drawing/2014/main" id="{8F752B5F-B265-F455-AC24-085EECCF7452}"/>
              </a:ext>
            </a:extLst>
          </p:cNvPr>
          <p:cNvPicPr>
            <a:picLocks noGrp="1" noChangeAspect="1"/>
          </p:cNvPicPr>
          <p:nvPr>
            <p:ph idx="1"/>
          </p:nvPr>
        </p:nvPicPr>
        <p:blipFill>
          <a:blip r:embed="rId2"/>
          <a:stretch>
            <a:fillRect/>
          </a:stretch>
        </p:blipFill>
        <p:spPr>
          <a:xfrm>
            <a:off x="431314" y="2191218"/>
            <a:ext cx="3493938" cy="2917681"/>
          </a:xfrm>
          <a:prstGeom prst="rect">
            <a:avLst/>
          </a:prstGeom>
        </p:spPr>
      </p:pic>
      <p:sp>
        <p:nvSpPr>
          <p:cNvPr id="4" name="投影片編號版面配置區 3">
            <a:extLst>
              <a:ext uri="{FF2B5EF4-FFF2-40B4-BE49-F238E27FC236}">
                <a16:creationId xmlns:a16="http://schemas.microsoft.com/office/drawing/2014/main" id="{9E91A6DB-AFB7-D399-12CD-0432EFF1A6B5}"/>
              </a:ext>
            </a:extLst>
          </p:cNvPr>
          <p:cNvSpPr>
            <a:spLocks noGrp="1"/>
          </p:cNvSpPr>
          <p:nvPr>
            <p:ph type="sldNum" sz="quarter" idx="12"/>
          </p:nvPr>
        </p:nvSpPr>
        <p:spPr/>
        <p:txBody>
          <a:bodyPr/>
          <a:lstStyle/>
          <a:p>
            <a:fld id="{CF9A1619-F87A-4FCD-8947-EF4132FEEC38}" type="slidenum">
              <a:rPr lang="zh-HK" altLang="en-US" smtClean="0"/>
              <a:t>7</a:t>
            </a:fld>
            <a:endParaRPr lang="zh-HK" altLang="en-US"/>
          </a:p>
        </p:txBody>
      </p:sp>
      <p:pic>
        <p:nvPicPr>
          <p:cNvPr id="8" name="圖片 7">
            <a:extLst>
              <a:ext uri="{FF2B5EF4-FFF2-40B4-BE49-F238E27FC236}">
                <a16:creationId xmlns:a16="http://schemas.microsoft.com/office/drawing/2014/main" id="{07E7E267-4A43-05A8-A590-54D8B18860B0}"/>
              </a:ext>
            </a:extLst>
          </p:cNvPr>
          <p:cNvPicPr>
            <a:picLocks noChangeAspect="1"/>
          </p:cNvPicPr>
          <p:nvPr/>
        </p:nvPicPr>
        <p:blipFill>
          <a:blip r:embed="rId3"/>
          <a:stretch>
            <a:fillRect/>
          </a:stretch>
        </p:blipFill>
        <p:spPr>
          <a:xfrm>
            <a:off x="4514851" y="2191218"/>
            <a:ext cx="3389142" cy="2923842"/>
          </a:xfrm>
          <a:prstGeom prst="rect">
            <a:avLst/>
          </a:prstGeom>
        </p:spPr>
      </p:pic>
      <p:pic>
        <p:nvPicPr>
          <p:cNvPr id="10" name="圖片 9">
            <a:extLst>
              <a:ext uri="{FF2B5EF4-FFF2-40B4-BE49-F238E27FC236}">
                <a16:creationId xmlns:a16="http://schemas.microsoft.com/office/drawing/2014/main" id="{636C8A67-F48C-B97F-788B-AAF7E59888B5}"/>
              </a:ext>
            </a:extLst>
          </p:cNvPr>
          <p:cNvPicPr>
            <a:picLocks noChangeAspect="1"/>
          </p:cNvPicPr>
          <p:nvPr/>
        </p:nvPicPr>
        <p:blipFill>
          <a:blip r:embed="rId4"/>
          <a:stretch>
            <a:fillRect/>
          </a:stretch>
        </p:blipFill>
        <p:spPr>
          <a:xfrm>
            <a:off x="8435886" y="2191218"/>
            <a:ext cx="3078780" cy="2917681"/>
          </a:xfrm>
          <a:prstGeom prst="rect">
            <a:avLst/>
          </a:prstGeom>
        </p:spPr>
      </p:pic>
      <p:sp>
        <p:nvSpPr>
          <p:cNvPr id="11" name="文字方塊 10">
            <a:extLst>
              <a:ext uri="{FF2B5EF4-FFF2-40B4-BE49-F238E27FC236}">
                <a16:creationId xmlns:a16="http://schemas.microsoft.com/office/drawing/2014/main" id="{CC0D0E54-8712-2683-17AF-A374366FCD21}"/>
              </a:ext>
            </a:extLst>
          </p:cNvPr>
          <p:cNvSpPr txBox="1"/>
          <p:nvPr/>
        </p:nvSpPr>
        <p:spPr>
          <a:xfrm>
            <a:off x="149915" y="5369717"/>
            <a:ext cx="4214615" cy="338554"/>
          </a:xfrm>
          <a:prstGeom prst="rect">
            <a:avLst/>
          </a:prstGeom>
          <a:noFill/>
        </p:spPr>
        <p:txBody>
          <a:bodyPr wrap="none" rtlCol="0">
            <a:spAutoFit/>
          </a:bodyPr>
          <a:lstStyle/>
          <a:p>
            <a:r>
              <a:rPr lang="en-HK" sz="1600" dirty="0"/>
              <a:t>Click on waypoint to render dragging points</a:t>
            </a:r>
          </a:p>
        </p:txBody>
      </p:sp>
      <p:sp>
        <p:nvSpPr>
          <p:cNvPr id="13" name="文字方塊 12">
            <a:extLst>
              <a:ext uri="{FF2B5EF4-FFF2-40B4-BE49-F238E27FC236}">
                <a16:creationId xmlns:a16="http://schemas.microsoft.com/office/drawing/2014/main" id="{B5248AB9-94B7-9156-C3D3-4921D6AAD941}"/>
              </a:ext>
            </a:extLst>
          </p:cNvPr>
          <p:cNvSpPr txBox="1"/>
          <p:nvPr/>
        </p:nvSpPr>
        <p:spPr>
          <a:xfrm>
            <a:off x="7765561" y="5369717"/>
            <a:ext cx="4195379" cy="338554"/>
          </a:xfrm>
          <a:prstGeom prst="rect">
            <a:avLst/>
          </a:prstGeom>
          <a:noFill/>
        </p:spPr>
        <p:txBody>
          <a:bodyPr wrap="none" rtlCol="0">
            <a:spAutoFit/>
          </a:bodyPr>
          <a:lstStyle/>
          <a:p>
            <a:r>
              <a:rPr lang="en-HK" sz="1600" dirty="0"/>
              <a:t>Click and drag the points to generate curve</a:t>
            </a:r>
          </a:p>
        </p:txBody>
      </p:sp>
      <p:sp>
        <p:nvSpPr>
          <p:cNvPr id="14" name="箭號: 向右 13">
            <a:extLst>
              <a:ext uri="{FF2B5EF4-FFF2-40B4-BE49-F238E27FC236}">
                <a16:creationId xmlns:a16="http://schemas.microsoft.com/office/drawing/2014/main" id="{6FC90472-F325-0044-3B00-F11A5C59C5A1}"/>
              </a:ext>
            </a:extLst>
          </p:cNvPr>
          <p:cNvSpPr/>
          <p:nvPr/>
        </p:nvSpPr>
        <p:spPr>
          <a:xfrm>
            <a:off x="3860216" y="3521067"/>
            <a:ext cx="777377"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6" name="箭號: 向右 15">
            <a:extLst>
              <a:ext uri="{FF2B5EF4-FFF2-40B4-BE49-F238E27FC236}">
                <a16:creationId xmlns:a16="http://schemas.microsoft.com/office/drawing/2014/main" id="{77461268-5C51-35E8-3121-C66E65492A37}"/>
              </a:ext>
            </a:extLst>
          </p:cNvPr>
          <p:cNvSpPr/>
          <p:nvPr/>
        </p:nvSpPr>
        <p:spPr>
          <a:xfrm>
            <a:off x="7858365" y="3393738"/>
            <a:ext cx="777377"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7" name="文字方塊 16">
            <a:extLst>
              <a:ext uri="{FF2B5EF4-FFF2-40B4-BE49-F238E27FC236}">
                <a16:creationId xmlns:a16="http://schemas.microsoft.com/office/drawing/2014/main" id="{CFDBF1E7-A60E-0F94-3ACE-65A51A15EE12}"/>
              </a:ext>
            </a:extLst>
          </p:cNvPr>
          <p:cNvSpPr txBox="1"/>
          <p:nvPr/>
        </p:nvSpPr>
        <p:spPr>
          <a:xfrm>
            <a:off x="1963916" y="6111364"/>
            <a:ext cx="8011360" cy="400110"/>
          </a:xfrm>
          <a:prstGeom prst="rect">
            <a:avLst/>
          </a:prstGeom>
          <a:noFill/>
        </p:spPr>
        <p:txBody>
          <a:bodyPr wrap="none" rtlCol="0">
            <a:spAutoFit/>
          </a:bodyPr>
          <a:lstStyle/>
          <a:p>
            <a:r>
              <a:rPr lang="en-HK" sz="2000" dirty="0">
                <a:highlight>
                  <a:srgbClr val="FFFF00"/>
                </a:highlight>
              </a:rPr>
              <a:t>Result: cleaner curves for motion paths that are easier to customise</a:t>
            </a:r>
          </a:p>
        </p:txBody>
      </p:sp>
      <p:sp>
        <p:nvSpPr>
          <p:cNvPr id="19" name="文字方塊 18">
            <a:extLst>
              <a:ext uri="{FF2B5EF4-FFF2-40B4-BE49-F238E27FC236}">
                <a16:creationId xmlns:a16="http://schemas.microsoft.com/office/drawing/2014/main" id="{0E296213-5A1C-7E68-00B8-D243E52473DA}"/>
              </a:ext>
            </a:extLst>
          </p:cNvPr>
          <p:cNvSpPr txBox="1"/>
          <p:nvPr/>
        </p:nvSpPr>
        <p:spPr>
          <a:xfrm>
            <a:off x="677334" y="1338547"/>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3716128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2E2CE9-5C75-6315-C6B8-45340CEBD335}"/>
              </a:ext>
            </a:extLst>
          </p:cNvPr>
          <p:cNvSpPr>
            <a:spLocks noGrp="1"/>
          </p:cNvSpPr>
          <p:nvPr>
            <p:ph type="title"/>
          </p:nvPr>
        </p:nvSpPr>
        <p:spPr/>
        <p:txBody>
          <a:bodyPr/>
          <a:lstStyle/>
          <a:p>
            <a:r>
              <a:rPr lang="en-HK" dirty="0"/>
              <a:t>List of Elements: Bookmarks</a:t>
            </a:r>
          </a:p>
        </p:txBody>
      </p:sp>
      <p:pic>
        <p:nvPicPr>
          <p:cNvPr id="6" name="內容版面配置區 5">
            <a:extLst>
              <a:ext uri="{FF2B5EF4-FFF2-40B4-BE49-F238E27FC236}">
                <a16:creationId xmlns:a16="http://schemas.microsoft.com/office/drawing/2014/main" id="{BA7FDB82-00EC-9265-9B50-398823FAD0EB}"/>
              </a:ext>
            </a:extLst>
          </p:cNvPr>
          <p:cNvPicPr>
            <a:picLocks noGrp="1" noChangeAspect="1"/>
          </p:cNvPicPr>
          <p:nvPr>
            <p:ph idx="1"/>
          </p:nvPr>
        </p:nvPicPr>
        <p:blipFill>
          <a:blip r:embed="rId2"/>
          <a:stretch>
            <a:fillRect/>
          </a:stretch>
        </p:blipFill>
        <p:spPr>
          <a:xfrm>
            <a:off x="260523" y="1488281"/>
            <a:ext cx="3197052" cy="4972073"/>
          </a:xfrm>
          <a:prstGeom prst="rect">
            <a:avLst/>
          </a:prstGeom>
        </p:spPr>
      </p:pic>
      <p:sp>
        <p:nvSpPr>
          <p:cNvPr id="4" name="投影片編號版面配置區 3">
            <a:extLst>
              <a:ext uri="{FF2B5EF4-FFF2-40B4-BE49-F238E27FC236}">
                <a16:creationId xmlns:a16="http://schemas.microsoft.com/office/drawing/2014/main" id="{F7815CE5-7F84-6937-616A-B3794528E3C1}"/>
              </a:ext>
            </a:extLst>
          </p:cNvPr>
          <p:cNvSpPr>
            <a:spLocks noGrp="1"/>
          </p:cNvSpPr>
          <p:nvPr>
            <p:ph type="sldNum" sz="quarter" idx="12"/>
          </p:nvPr>
        </p:nvSpPr>
        <p:spPr/>
        <p:txBody>
          <a:bodyPr/>
          <a:lstStyle/>
          <a:p>
            <a:fld id="{CF9A1619-F87A-4FCD-8947-EF4132FEEC38}" type="slidenum">
              <a:rPr lang="zh-HK" altLang="en-US" smtClean="0"/>
              <a:t>8</a:t>
            </a:fld>
            <a:endParaRPr lang="zh-HK" altLang="en-US"/>
          </a:p>
        </p:txBody>
      </p:sp>
      <p:sp>
        <p:nvSpPr>
          <p:cNvPr id="7" name="文字方塊 6">
            <a:extLst>
              <a:ext uri="{FF2B5EF4-FFF2-40B4-BE49-F238E27FC236}">
                <a16:creationId xmlns:a16="http://schemas.microsoft.com/office/drawing/2014/main" id="{440883BD-6215-7D42-6122-9CA8A60E556A}"/>
              </a:ext>
            </a:extLst>
          </p:cNvPr>
          <p:cNvSpPr txBox="1"/>
          <p:nvPr/>
        </p:nvSpPr>
        <p:spPr>
          <a:xfrm>
            <a:off x="4076299" y="1306881"/>
            <a:ext cx="6377067" cy="3139321"/>
          </a:xfrm>
          <a:prstGeom prst="rect">
            <a:avLst/>
          </a:prstGeom>
          <a:noFill/>
        </p:spPr>
        <p:txBody>
          <a:bodyPr wrap="none" rtlCol="0">
            <a:spAutoFit/>
          </a:bodyPr>
          <a:lstStyle/>
          <a:p>
            <a:r>
              <a:rPr lang="en-HK" dirty="0"/>
              <a:t>Saved Points:</a:t>
            </a:r>
          </a:p>
          <a:p>
            <a:r>
              <a:rPr lang="en-HK" dirty="0"/>
              <a:t>Lists and stores important poses to be used by sim bot</a:t>
            </a:r>
          </a:p>
          <a:p>
            <a:endParaRPr lang="en-HK" dirty="0"/>
          </a:p>
          <a:p>
            <a:r>
              <a:rPr lang="en-HK" dirty="0"/>
              <a:t>Add points with same logic as adding waypoints</a:t>
            </a:r>
          </a:p>
          <a:p>
            <a:endParaRPr lang="en-HK" dirty="0"/>
          </a:p>
          <a:p>
            <a:r>
              <a:rPr lang="en-HK" dirty="0"/>
              <a:t>Click arrow button to teleport sim bot to the specified pose</a:t>
            </a:r>
          </a:p>
          <a:p>
            <a:endParaRPr lang="en-HK" dirty="0"/>
          </a:p>
          <a:p>
            <a:r>
              <a:rPr lang="en-HK" dirty="0"/>
              <a:t>Important poses added by default include:</a:t>
            </a:r>
            <a:br>
              <a:rPr lang="en-HK" dirty="0"/>
            </a:br>
            <a:r>
              <a:rPr lang="en-HK" dirty="0"/>
              <a:t>	- </a:t>
            </a:r>
            <a:r>
              <a:rPr lang="en-HK" dirty="0">
                <a:solidFill>
                  <a:srgbClr val="FF99CC"/>
                </a:solidFill>
              </a:rPr>
              <a:t>Home pose </a:t>
            </a:r>
            <a:r>
              <a:rPr lang="en-HK" dirty="0"/>
              <a:t>(right angle pose)</a:t>
            </a:r>
          </a:p>
          <a:p>
            <a:r>
              <a:rPr lang="en-HK" dirty="0"/>
              <a:t>	- </a:t>
            </a:r>
            <a:r>
              <a:rPr lang="en-HK" dirty="0">
                <a:solidFill>
                  <a:srgbClr val="FF99CC"/>
                </a:solidFill>
              </a:rPr>
              <a:t>Real pose </a:t>
            </a:r>
            <a:r>
              <a:rPr lang="en-HK" dirty="0"/>
              <a:t>(real bot’s current pose)</a:t>
            </a:r>
          </a:p>
          <a:p>
            <a:endParaRPr lang="en-HK" dirty="0"/>
          </a:p>
        </p:txBody>
      </p:sp>
      <p:sp>
        <p:nvSpPr>
          <p:cNvPr id="9" name="矩形 8">
            <a:extLst>
              <a:ext uri="{FF2B5EF4-FFF2-40B4-BE49-F238E27FC236}">
                <a16:creationId xmlns:a16="http://schemas.microsoft.com/office/drawing/2014/main" id="{F0FE5134-F3D9-6C71-8F2F-5003D1A43987}"/>
              </a:ext>
            </a:extLst>
          </p:cNvPr>
          <p:cNvSpPr/>
          <p:nvPr/>
        </p:nvSpPr>
        <p:spPr>
          <a:xfrm>
            <a:off x="2827242" y="2809081"/>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1" name="矩形 10">
            <a:extLst>
              <a:ext uri="{FF2B5EF4-FFF2-40B4-BE49-F238E27FC236}">
                <a16:creationId xmlns:a16="http://schemas.microsoft.com/office/drawing/2014/main" id="{576B5CA4-93B4-2FC3-498B-824AF508E0B2}"/>
              </a:ext>
            </a:extLst>
          </p:cNvPr>
          <p:cNvSpPr/>
          <p:nvPr/>
        </p:nvSpPr>
        <p:spPr>
          <a:xfrm>
            <a:off x="2782444" y="1798714"/>
            <a:ext cx="605190"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pic>
        <p:nvPicPr>
          <p:cNvPr id="13" name="圖片 12">
            <a:extLst>
              <a:ext uri="{FF2B5EF4-FFF2-40B4-BE49-F238E27FC236}">
                <a16:creationId xmlns:a16="http://schemas.microsoft.com/office/drawing/2014/main" id="{6C9466DB-4F3C-5E1A-811D-D1FE3D5AC005}"/>
              </a:ext>
            </a:extLst>
          </p:cNvPr>
          <p:cNvPicPr>
            <a:picLocks noChangeAspect="1"/>
          </p:cNvPicPr>
          <p:nvPr/>
        </p:nvPicPr>
        <p:blipFill>
          <a:blip r:embed="rId3"/>
          <a:stretch>
            <a:fillRect/>
          </a:stretch>
        </p:blipFill>
        <p:spPr>
          <a:xfrm>
            <a:off x="8368937" y="4192557"/>
            <a:ext cx="3562540" cy="2540930"/>
          </a:xfrm>
          <a:prstGeom prst="rect">
            <a:avLst/>
          </a:prstGeom>
        </p:spPr>
      </p:pic>
      <p:sp>
        <p:nvSpPr>
          <p:cNvPr id="14" name="文字方塊 13">
            <a:extLst>
              <a:ext uri="{FF2B5EF4-FFF2-40B4-BE49-F238E27FC236}">
                <a16:creationId xmlns:a16="http://schemas.microsoft.com/office/drawing/2014/main" id="{1AA2E3BF-1092-4F45-136A-297F05B64B78}"/>
              </a:ext>
            </a:extLst>
          </p:cNvPr>
          <p:cNvSpPr txBox="1"/>
          <p:nvPr/>
        </p:nvSpPr>
        <p:spPr>
          <a:xfrm>
            <a:off x="10111748" y="4354286"/>
            <a:ext cx="1819729" cy="307777"/>
          </a:xfrm>
          <a:prstGeom prst="rect">
            <a:avLst/>
          </a:prstGeom>
          <a:noFill/>
        </p:spPr>
        <p:txBody>
          <a:bodyPr wrap="none" rtlCol="0">
            <a:spAutoFit/>
          </a:bodyPr>
          <a:lstStyle/>
          <a:p>
            <a:r>
              <a:rPr lang="en-HK" sz="1400" dirty="0">
                <a:solidFill>
                  <a:srgbClr val="FFFF00"/>
                </a:solidFill>
              </a:rPr>
              <a:t>Right hand direction</a:t>
            </a:r>
          </a:p>
        </p:txBody>
      </p:sp>
      <p:sp>
        <p:nvSpPr>
          <p:cNvPr id="16" name="文字方塊 15">
            <a:extLst>
              <a:ext uri="{FF2B5EF4-FFF2-40B4-BE49-F238E27FC236}">
                <a16:creationId xmlns:a16="http://schemas.microsoft.com/office/drawing/2014/main" id="{6572BDE7-6E45-12BC-3F9A-8F31746EF575}"/>
              </a:ext>
            </a:extLst>
          </p:cNvPr>
          <p:cNvSpPr txBox="1"/>
          <p:nvPr/>
        </p:nvSpPr>
        <p:spPr>
          <a:xfrm>
            <a:off x="9550045" y="5096877"/>
            <a:ext cx="1332416" cy="307777"/>
          </a:xfrm>
          <a:prstGeom prst="rect">
            <a:avLst/>
          </a:prstGeom>
          <a:noFill/>
        </p:spPr>
        <p:txBody>
          <a:bodyPr wrap="none" rtlCol="0">
            <a:spAutoFit/>
          </a:bodyPr>
          <a:lstStyle/>
          <a:p>
            <a:r>
              <a:rPr lang="en-HK" sz="1400" dirty="0">
                <a:solidFill>
                  <a:srgbClr val="FFFF00"/>
                </a:solidFill>
              </a:rPr>
              <a:t>Main direction</a:t>
            </a:r>
          </a:p>
        </p:txBody>
      </p:sp>
      <p:sp>
        <p:nvSpPr>
          <p:cNvPr id="18" name="文字方塊 17">
            <a:extLst>
              <a:ext uri="{FF2B5EF4-FFF2-40B4-BE49-F238E27FC236}">
                <a16:creationId xmlns:a16="http://schemas.microsoft.com/office/drawing/2014/main" id="{95672C68-332A-7AEE-1B92-425B51089706}"/>
              </a:ext>
            </a:extLst>
          </p:cNvPr>
          <p:cNvSpPr txBox="1"/>
          <p:nvPr/>
        </p:nvSpPr>
        <p:spPr>
          <a:xfrm>
            <a:off x="8677427" y="6223924"/>
            <a:ext cx="1636602" cy="307777"/>
          </a:xfrm>
          <a:prstGeom prst="rect">
            <a:avLst/>
          </a:prstGeom>
          <a:noFill/>
        </p:spPr>
        <p:txBody>
          <a:bodyPr wrap="none" rtlCol="0">
            <a:spAutoFit/>
          </a:bodyPr>
          <a:lstStyle/>
          <a:p>
            <a:r>
              <a:rPr lang="en-HK" sz="1400" dirty="0">
                <a:solidFill>
                  <a:srgbClr val="FFFF00"/>
                </a:solidFill>
              </a:rPr>
              <a:t>Saved point (Pink)</a:t>
            </a:r>
          </a:p>
        </p:txBody>
      </p:sp>
      <p:sp>
        <p:nvSpPr>
          <p:cNvPr id="20" name="文字方塊 19">
            <a:extLst>
              <a:ext uri="{FF2B5EF4-FFF2-40B4-BE49-F238E27FC236}">
                <a16:creationId xmlns:a16="http://schemas.microsoft.com/office/drawing/2014/main" id="{EAD69ED8-A636-31CD-4846-678224473FD7}"/>
              </a:ext>
            </a:extLst>
          </p:cNvPr>
          <p:cNvSpPr txBox="1"/>
          <p:nvPr/>
        </p:nvSpPr>
        <p:spPr>
          <a:xfrm>
            <a:off x="10294875" y="6088595"/>
            <a:ext cx="1580497" cy="307777"/>
          </a:xfrm>
          <a:prstGeom prst="rect">
            <a:avLst/>
          </a:prstGeom>
          <a:noFill/>
        </p:spPr>
        <p:txBody>
          <a:bodyPr wrap="none" rtlCol="0">
            <a:spAutoFit/>
          </a:bodyPr>
          <a:lstStyle/>
          <a:p>
            <a:r>
              <a:rPr lang="en-HK" sz="1400" dirty="0">
                <a:solidFill>
                  <a:srgbClr val="FFFF00"/>
                </a:solidFill>
              </a:rPr>
              <a:t>Waypoint (White)</a:t>
            </a:r>
          </a:p>
        </p:txBody>
      </p:sp>
      <p:cxnSp>
        <p:nvCxnSpPr>
          <p:cNvPr id="21" name="直線單箭頭接點 20">
            <a:extLst>
              <a:ext uri="{FF2B5EF4-FFF2-40B4-BE49-F238E27FC236}">
                <a16:creationId xmlns:a16="http://schemas.microsoft.com/office/drawing/2014/main" id="{46DE1C9F-2E23-A2AD-C53F-621199F7B1F0}"/>
              </a:ext>
            </a:extLst>
          </p:cNvPr>
          <p:cNvCxnSpPr>
            <a:cxnSpLocks/>
          </p:cNvCxnSpPr>
          <p:nvPr/>
        </p:nvCxnSpPr>
        <p:spPr>
          <a:xfrm flipH="1">
            <a:off x="11295017" y="4638388"/>
            <a:ext cx="230550" cy="255829"/>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23" name="直線單箭頭接點 22">
            <a:extLst>
              <a:ext uri="{FF2B5EF4-FFF2-40B4-BE49-F238E27FC236}">
                <a16:creationId xmlns:a16="http://schemas.microsoft.com/office/drawing/2014/main" id="{B79E880C-704F-90F4-CCDC-EC4F32CF9EE7}"/>
              </a:ext>
            </a:extLst>
          </p:cNvPr>
          <p:cNvCxnSpPr>
            <a:cxnSpLocks/>
            <a:stCxn id="16" idx="2"/>
          </p:cNvCxnSpPr>
          <p:nvPr/>
        </p:nvCxnSpPr>
        <p:spPr>
          <a:xfrm>
            <a:off x="10216253" y="5404654"/>
            <a:ext cx="599793" cy="203666"/>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26" name="直線單箭頭接點 25">
            <a:extLst>
              <a:ext uri="{FF2B5EF4-FFF2-40B4-BE49-F238E27FC236}">
                <a16:creationId xmlns:a16="http://schemas.microsoft.com/office/drawing/2014/main" id="{7A9E1644-9012-4E8D-D29C-8B8E0A443B12}"/>
              </a:ext>
            </a:extLst>
          </p:cNvPr>
          <p:cNvCxnSpPr>
            <a:cxnSpLocks/>
            <a:stCxn id="16" idx="2"/>
          </p:cNvCxnSpPr>
          <p:nvPr/>
        </p:nvCxnSpPr>
        <p:spPr>
          <a:xfrm flipH="1">
            <a:off x="9550045" y="5404654"/>
            <a:ext cx="666208" cy="214435"/>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31" name="直線單箭頭接點 30">
            <a:extLst>
              <a:ext uri="{FF2B5EF4-FFF2-40B4-BE49-F238E27FC236}">
                <a16:creationId xmlns:a16="http://schemas.microsoft.com/office/drawing/2014/main" id="{0AAF1974-47B9-3A17-0C02-451A660BA946}"/>
              </a:ext>
            </a:extLst>
          </p:cNvPr>
          <p:cNvCxnSpPr>
            <a:cxnSpLocks/>
          </p:cNvCxnSpPr>
          <p:nvPr/>
        </p:nvCxnSpPr>
        <p:spPr>
          <a:xfrm flipH="1">
            <a:off x="3157336" y="2905690"/>
            <a:ext cx="918963" cy="91756"/>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33" name="直線單箭頭接點 32">
            <a:extLst>
              <a:ext uri="{FF2B5EF4-FFF2-40B4-BE49-F238E27FC236}">
                <a16:creationId xmlns:a16="http://schemas.microsoft.com/office/drawing/2014/main" id="{16AFC951-F0B7-9691-87DB-3F9F83704C35}"/>
              </a:ext>
            </a:extLst>
          </p:cNvPr>
          <p:cNvCxnSpPr>
            <a:cxnSpLocks/>
          </p:cNvCxnSpPr>
          <p:nvPr/>
        </p:nvCxnSpPr>
        <p:spPr>
          <a:xfrm flipH="1" flipV="1">
            <a:off x="3457575" y="1926549"/>
            <a:ext cx="618724" cy="416057"/>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40" name="矩形 39">
            <a:extLst>
              <a:ext uri="{FF2B5EF4-FFF2-40B4-BE49-F238E27FC236}">
                <a16:creationId xmlns:a16="http://schemas.microsoft.com/office/drawing/2014/main" id="{E6808E09-478F-F138-1152-5604C867D405}"/>
              </a:ext>
            </a:extLst>
          </p:cNvPr>
          <p:cNvSpPr/>
          <p:nvPr/>
        </p:nvSpPr>
        <p:spPr>
          <a:xfrm>
            <a:off x="260523" y="2134577"/>
            <a:ext cx="793214" cy="591206"/>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cxnSp>
        <p:nvCxnSpPr>
          <p:cNvPr id="41" name="直線單箭頭接點 40">
            <a:extLst>
              <a:ext uri="{FF2B5EF4-FFF2-40B4-BE49-F238E27FC236}">
                <a16:creationId xmlns:a16="http://schemas.microsoft.com/office/drawing/2014/main" id="{BF827A29-E3F7-0DB0-665E-28486495B646}"/>
              </a:ext>
            </a:extLst>
          </p:cNvPr>
          <p:cNvCxnSpPr>
            <a:cxnSpLocks/>
          </p:cNvCxnSpPr>
          <p:nvPr/>
        </p:nvCxnSpPr>
        <p:spPr>
          <a:xfrm flipH="1" flipV="1">
            <a:off x="1175657" y="2602085"/>
            <a:ext cx="2841656" cy="842658"/>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44" name="矩形 43">
            <a:extLst>
              <a:ext uri="{FF2B5EF4-FFF2-40B4-BE49-F238E27FC236}">
                <a16:creationId xmlns:a16="http://schemas.microsoft.com/office/drawing/2014/main" id="{CFBE334E-8E98-D74A-B011-755EFF19B9C3}"/>
              </a:ext>
            </a:extLst>
          </p:cNvPr>
          <p:cNvSpPr/>
          <p:nvPr/>
        </p:nvSpPr>
        <p:spPr>
          <a:xfrm>
            <a:off x="234397" y="4955162"/>
            <a:ext cx="3223178" cy="1505192"/>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45" name="文字方塊 44">
            <a:extLst>
              <a:ext uri="{FF2B5EF4-FFF2-40B4-BE49-F238E27FC236}">
                <a16:creationId xmlns:a16="http://schemas.microsoft.com/office/drawing/2014/main" id="{1203A29E-12CE-0352-B372-37CA6E566AEC}"/>
              </a:ext>
            </a:extLst>
          </p:cNvPr>
          <p:cNvSpPr txBox="1"/>
          <p:nvPr/>
        </p:nvSpPr>
        <p:spPr>
          <a:xfrm>
            <a:off x="4017313" y="5585953"/>
            <a:ext cx="3985386" cy="923330"/>
          </a:xfrm>
          <a:prstGeom prst="rect">
            <a:avLst/>
          </a:prstGeom>
          <a:noFill/>
        </p:spPr>
        <p:txBody>
          <a:bodyPr wrap="none" rtlCol="0">
            <a:spAutoFit/>
          </a:bodyPr>
          <a:lstStyle/>
          <a:p>
            <a:r>
              <a:rPr lang="en-HK" dirty="0"/>
              <a:t>Saved Paths:</a:t>
            </a:r>
            <a:br>
              <a:rPr lang="en-HK" dirty="0"/>
            </a:br>
            <a:r>
              <a:rPr lang="en-HK" dirty="0"/>
              <a:t>Stores and loads entire motion paths</a:t>
            </a:r>
            <a:br>
              <a:rPr lang="en-HK" dirty="0"/>
            </a:br>
            <a:r>
              <a:rPr lang="en-HK" dirty="0"/>
              <a:t>(to be explained later)</a:t>
            </a:r>
          </a:p>
        </p:txBody>
      </p:sp>
      <p:cxnSp>
        <p:nvCxnSpPr>
          <p:cNvPr id="46" name="直線單箭頭接點 45">
            <a:extLst>
              <a:ext uri="{FF2B5EF4-FFF2-40B4-BE49-F238E27FC236}">
                <a16:creationId xmlns:a16="http://schemas.microsoft.com/office/drawing/2014/main" id="{33BD0BCD-8932-FF96-D0FD-79380B7C8EF1}"/>
              </a:ext>
            </a:extLst>
          </p:cNvPr>
          <p:cNvCxnSpPr>
            <a:cxnSpLocks/>
            <a:stCxn id="45" idx="1"/>
            <a:endCxn id="44" idx="3"/>
          </p:cNvCxnSpPr>
          <p:nvPr/>
        </p:nvCxnSpPr>
        <p:spPr>
          <a:xfrm flipH="1" flipV="1">
            <a:off x="3457575" y="5707758"/>
            <a:ext cx="559738" cy="33986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48" name="文字方塊 47">
            <a:extLst>
              <a:ext uri="{FF2B5EF4-FFF2-40B4-BE49-F238E27FC236}">
                <a16:creationId xmlns:a16="http://schemas.microsoft.com/office/drawing/2014/main" id="{8DF4B48F-D6C4-CD94-5533-D37B46E0F23B}"/>
              </a:ext>
            </a:extLst>
          </p:cNvPr>
          <p:cNvSpPr txBox="1"/>
          <p:nvPr/>
        </p:nvSpPr>
        <p:spPr>
          <a:xfrm>
            <a:off x="4076299" y="4262693"/>
            <a:ext cx="4351624" cy="1200329"/>
          </a:xfrm>
          <a:prstGeom prst="rect">
            <a:avLst/>
          </a:prstGeom>
          <a:noFill/>
        </p:spPr>
        <p:txBody>
          <a:bodyPr wrap="square" rtlCol="0">
            <a:spAutoFit/>
          </a:bodyPr>
          <a:lstStyle/>
          <a:p>
            <a:r>
              <a:rPr lang="en-HK" dirty="0"/>
              <a:t>Bookmarks can be saved either locally per project, or globally to be shared across multiple files</a:t>
            </a:r>
          </a:p>
          <a:p>
            <a:endParaRPr lang="en-HK" dirty="0"/>
          </a:p>
        </p:txBody>
      </p:sp>
    </p:spTree>
    <p:extLst>
      <p:ext uri="{BB962C8B-B14F-4D97-AF65-F5344CB8AC3E}">
        <p14:creationId xmlns:p14="http://schemas.microsoft.com/office/powerpoint/2010/main" val="4164976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F99595-FE2F-E1D9-A956-7D66E7578B5F}"/>
              </a:ext>
            </a:extLst>
          </p:cNvPr>
          <p:cNvSpPr>
            <a:spLocks noGrp="1"/>
          </p:cNvSpPr>
          <p:nvPr>
            <p:ph type="title"/>
          </p:nvPr>
        </p:nvSpPr>
        <p:spPr/>
        <p:txBody>
          <a:bodyPr/>
          <a:lstStyle/>
          <a:p>
            <a:r>
              <a:rPr lang="en-HK" dirty="0"/>
              <a:t>Control Panel</a:t>
            </a:r>
          </a:p>
        </p:txBody>
      </p:sp>
      <p:pic>
        <p:nvPicPr>
          <p:cNvPr id="8" name="內容版面配置區 7">
            <a:extLst>
              <a:ext uri="{FF2B5EF4-FFF2-40B4-BE49-F238E27FC236}">
                <a16:creationId xmlns:a16="http://schemas.microsoft.com/office/drawing/2014/main" id="{3A28B323-0E4A-6BC1-5B75-E7C90C2CB378}"/>
              </a:ext>
            </a:extLst>
          </p:cNvPr>
          <p:cNvPicPr>
            <a:picLocks noGrp="1" noChangeAspect="1"/>
          </p:cNvPicPr>
          <p:nvPr>
            <p:ph idx="1"/>
          </p:nvPr>
        </p:nvPicPr>
        <p:blipFill>
          <a:blip r:embed="rId2"/>
          <a:stretch>
            <a:fillRect/>
          </a:stretch>
        </p:blipFill>
        <p:spPr>
          <a:xfrm>
            <a:off x="265696" y="1714260"/>
            <a:ext cx="3992562" cy="4534140"/>
          </a:xfrm>
          <a:prstGeom prst="rect">
            <a:avLst/>
          </a:prstGeom>
        </p:spPr>
      </p:pic>
      <p:sp>
        <p:nvSpPr>
          <p:cNvPr id="4" name="投影片編號版面配置區 3">
            <a:extLst>
              <a:ext uri="{FF2B5EF4-FFF2-40B4-BE49-F238E27FC236}">
                <a16:creationId xmlns:a16="http://schemas.microsoft.com/office/drawing/2014/main" id="{841EE403-2BB7-0AA2-4160-81264B3714E1}"/>
              </a:ext>
            </a:extLst>
          </p:cNvPr>
          <p:cNvSpPr>
            <a:spLocks noGrp="1"/>
          </p:cNvSpPr>
          <p:nvPr>
            <p:ph type="sldNum" sz="quarter" idx="12"/>
          </p:nvPr>
        </p:nvSpPr>
        <p:spPr/>
        <p:txBody>
          <a:bodyPr/>
          <a:lstStyle/>
          <a:p>
            <a:fld id="{CF9A1619-F87A-4FCD-8947-EF4132FEEC38}" type="slidenum">
              <a:rPr lang="zh-HK" altLang="en-US" smtClean="0"/>
              <a:t>9</a:t>
            </a:fld>
            <a:endParaRPr lang="zh-HK" altLang="en-US"/>
          </a:p>
        </p:txBody>
      </p:sp>
      <p:sp>
        <p:nvSpPr>
          <p:cNvPr id="9" name="文字方塊 8">
            <a:extLst>
              <a:ext uri="{FF2B5EF4-FFF2-40B4-BE49-F238E27FC236}">
                <a16:creationId xmlns:a16="http://schemas.microsoft.com/office/drawing/2014/main" id="{AA862EFF-1670-8D23-7321-7A6952223E7B}"/>
              </a:ext>
            </a:extLst>
          </p:cNvPr>
          <p:cNvSpPr txBox="1"/>
          <p:nvPr/>
        </p:nvSpPr>
        <p:spPr>
          <a:xfrm>
            <a:off x="5198888" y="1391094"/>
            <a:ext cx="3916457" cy="646331"/>
          </a:xfrm>
          <a:prstGeom prst="rect">
            <a:avLst/>
          </a:prstGeom>
          <a:noFill/>
        </p:spPr>
        <p:txBody>
          <a:bodyPr wrap="none" rtlCol="0">
            <a:spAutoFit/>
          </a:bodyPr>
          <a:lstStyle/>
          <a:p>
            <a:r>
              <a:rPr lang="en-HK" dirty="0"/>
              <a:t>Move real robot to sim bot pose</a:t>
            </a:r>
            <a:br>
              <a:rPr lang="en-HK" dirty="0"/>
            </a:br>
            <a:r>
              <a:rPr lang="en-HK" dirty="0"/>
              <a:t>(linear speed adjustable in settings)</a:t>
            </a:r>
          </a:p>
        </p:txBody>
      </p:sp>
      <p:sp>
        <p:nvSpPr>
          <p:cNvPr id="10" name="文字方塊 9">
            <a:extLst>
              <a:ext uri="{FF2B5EF4-FFF2-40B4-BE49-F238E27FC236}">
                <a16:creationId xmlns:a16="http://schemas.microsoft.com/office/drawing/2014/main" id="{23B1D9E7-2BA1-9199-E8FF-F16A7E1D5E69}"/>
              </a:ext>
            </a:extLst>
          </p:cNvPr>
          <p:cNvSpPr txBox="1"/>
          <p:nvPr/>
        </p:nvSpPr>
        <p:spPr>
          <a:xfrm>
            <a:off x="5198888" y="2404585"/>
            <a:ext cx="5863782" cy="1477328"/>
          </a:xfrm>
          <a:prstGeom prst="rect">
            <a:avLst/>
          </a:prstGeom>
          <a:noFill/>
        </p:spPr>
        <p:txBody>
          <a:bodyPr wrap="square" rtlCol="0">
            <a:spAutoFit/>
          </a:bodyPr>
          <a:lstStyle/>
          <a:p>
            <a:r>
              <a:rPr lang="en-HK" dirty="0"/>
              <a:t>Bake Path:</a:t>
            </a:r>
          </a:p>
          <a:p>
            <a:pPr marL="342900" indent="-342900">
              <a:buAutoNum type="arabicPeriod"/>
            </a:pPr>
            <a:r>
              <a:rPr lang="en-HK" dirty="0"/>
              <a:t>Generate sample points along the path in constant spacing (adjustable distance) to approximate path</a:t>
            </a:r>
          </a:p>
          <a:p>
            <a:pPr marL="342900" indent="-342900">
              <a:buAutoNum type="arabicPeriod"/>
            </a:pPr>
            <a:r>
              <a:rPr lang="en-HK" dirty="0"/>
              <a:t>Check if points are valid poses (IK check)</a:t>
            </a:r>
          </a:p>
          <a:p>
            <a:pPr marL="342900" indent="-342900">
              <a:buAutoNum type="arabicPeriod"/>
            </a:pPr>
            <a:r>
              <a:rPr lang="en-HK" dirty="0"/>
              <a:t>Check if points are valid speed (speed check)</a:t>
            </a:r>
          </a:p>
        </p:txBody>
      </p:sp>
      <p:sp>
        <p:nvSpPr>
          <p:cNvPr id="11" name="文字方塊 10">
            <a:extLst>
              <a:ext uri="{FF2B5EF4-FFF2-40B4-BE49-F238E27FC236}">
                <a16:creationId xmlns:a16="http://schemas.microsoft.com/office/drawing/2014/main" id="{4DDB397C-369F-64FD-38BB-AA36F72CA835}"/>
              </a:ext>
            </a:extLst>
          </p:cNvPr>
          <p:cNvSpPr txBox="1"/>
          <p:nvPr/>
        </p:nvSpPr>
        <p:spPr>
          <a:xfrm>
            <a:off x="5198888" y="4356099"/>
            <a:ext cx="3217547" cy="646331"/>
          </a:xfrm>
          <a:prstGeom prst="rect">
            <a:avLst/>
          </a:prstGeom>
          <a:noFill/>
        </p:spPr>
        <p:txBody>
          <a:bodyPr wrap="none" rtlCol="0">
            <a:spAutoFit/>
          </a:bodyPr>
          <a:lstStyle/>
          <a:p>
            <a:r>
              <a:rPr lang="en-HK" b="1" dirty="0">
                <a:solidFill>
                  <a:schemeClr val="accent2"/>
                </a:solidFill>
              </a:rPr>
              <a:t>Simulate</a:t>
            </a:r>
            <a:r>
              <a:rPr lang="en-HK" dirty="0"/>
              <a:t> path run after bake</a:t>
            </a:r>
            <a:br>
              <a:rPr lang="en-HK" dirty="0"/>
            </a:br>
            <a:r>
              <a:rPr lang="en-HK" b="1" dirty="0">
                <a:solidFill>
                  <a:srgbClr val="FFC000"/>
                </a:solidFill>
              </a:rPr>
              <a:t>Run</a:t>
            </a:r>
            <a:r>
              <a:rPr lang="en-HK" dirty="0"/>
              <a:t> path after bake</a:t>
            </a:r>
          </a:p>
        </p:txBody>
      </p:sp>
      <p:sp>
        <p:nvSpPr>
          <p:cNvPr id="12" name="文字方塊 11">
            <a:extLst>
              <a:ext uri="{FF2B5EF4-FFF2-40B4-BE49-F238E27FC236}">
                <a16:creationId xmlns:a16="http://schemas.microsoft.com/office/drawing/2014/main" id="{8D46F1EF-ADBC-C430-1E5A-C5CDA8EFD5BE}"/>
              </a:ext>
            </a:extLst>
          </p:cNvPr>
          <p:cNvSpPr txBox="1"/>
          <p:nvPr/>
        </p:nvSpPr>
        <p:spPr>
          <a:xfrm>
            <a:off x="5050971" y="5466906"/>
            <a:ext cx="4796506" cy="369332"/>
          </a:xfrm>
          <a:prstGeom prst="rect">
            <a:avLst/>
          </a:prstGeom>
          <a:noFill/>
        </p:spPr>
        <p:txBody>
          <a:bodyPr wrap="none" rtlCol="0">
            <a:spAutoFit/>
          </a:bodyPr>
          <a:lstStyle/>
          <a:p>
            <a:r>
              <a:rPr lang="en-HK" dirty="0"/>
              <a:t>Set motion path to be repeatable (untested)</a:t>
            </a:r>
          </a:p>
        </p:txBody>
      </p:sp>
      <p:sp>
        <p:nvSpPr>
          <p:cNvPr id="13" name="文字方塊 12">
            <a:extLst>
              <a:ext uri="{FF2B5EF4-FFF2-40B4-BE49-F238E27FC236}">
                <a16:creationId xmlns:a16="http://schemas.microsoft.com/office/drawing/2014/main" id="{4E6282C6-989A-8077-97BF-1E15DBA0F4A9}"/>
              </a:ext>
            </a:extLst>
          </p:cNvPr>
          <p:cNvSpPr txBox="1"/>
          <p:nvPr/>
        </p:nvSpPr>
        <p:spPr>
          <a:xfrm>
            <a:off x="5050971" y="5816434"/>
            <a:ext cx="2995878" cy="369332"/>
          </a:xfrm>
          <a:prstGeom prst="rect">
            <a:avLst/>
          </a:prstGeom>
          <a:noFill/>
        </p:spPr>
        <p:txBody>
          <a:bodyPr wrap="square" rtlCol="0">
            <a:spAutoFit/>
          </a:bodyPr>
          <a:lstStyle/>
          <a:p>
            <a:r>
              <a:rPr lang="en-HK" dirty="0">
                <a:highlight>
                  <a:srgbClr val="FF0000"/>
                </a:highlight>
              </a:rPr>
              <a:t>Non video shooting related</a:t>
            </a:r>
          </a:p>
        </p:txBody>
      </p:sp>
      <p:cxnSp>
        <p:nvCxnSpPr>
          <p:cNvPr id="14" name="直線單箭頭接點 13">
            <a:extLst>
              <a:ext uri="{FF2B5EF4-FFF2-40B4-BE49-F238E27FC236}">
                <a16:creationId xmlns:a16="http://schemas.microsoft.com/office/drawing/2014/main" id="{8AB64899-4EBB-C6B5-C421-BD6E67163132}"/>
              </a:ext>
            </a:extLst>
          </p:cNvPr>
          <p:cNvCxnSpPr>
            <a:cxnSpLocks/>
          </p:cNvCxnSpPr>
          <p:nvPr/>
        </p:nvCxnSpPr>
        <p:spPr>
          <a:xfrm flipH="1">
            <a:off x="2917371" y="3360184"/>
            <a:ext cx="2281517" cy="262234"/>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6" name="直線單箭頭接點 15">
            <a:extLst>
              <a:ext uri="{FF2B5EF4-FFF2-40B4-BE49-F238E27FC236}">
                <a16:creationId xmlns:a16="http://schemas.microsoft.com/office/drawing/2014/main" id="{20FE5840-BDD0-C48B-6F88-D69D837EB5FE}"/>
              </a:ext>
            </a:extLst>
          </p:cNvPr>
          <p:cNvCxnSpPr>
            <a:cxnSpLocks/>
          </p:cNvCxnSpPr>
          <p:nvPr/>
        </p:nvCxnSpPr>
        <p:spPr>
          <a:xfrm flipH="1">
            <a:off x="2856411" y="1755008"/>
            <a:ext cx="2342476" cy="51814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8" name="直線單箭頭接點 17">
            <a:extLst>
              <a:ext uri="{FF2B5EF4-FFF2-40B4-BE49-F238E27FC236}">
                <a16:creationId xmlns:a16="http://schemas.microsoft.com/office/drawing/2014/main" id="{F76411AD-D4B7-BA40-018D-676282E4B619}"/>
              </a:ext>
            </a:extLst>
          </p:cNvPr>
          <p:cNvCxnSpPr>
            <a:cxnSpLocks/>
          </p:cNvCxnSpPr>
          <p:nvPr/>
        </p:nvCxnSpPr>
        <p:spPr>
          <a:xfrm flipH="1">
            <a:off x="4162697" y="4625600"/>
            <a:ext cx="1066605" cy="21191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0" name="直線單箭頭接點 19">
            <a:extLst>
              <a:ext uri="{FF2B5EF4-FFF2-40B4-BE49-F238E27FC236}">
                <a16:creationId xmlns:a16="http://schemas.microsoft.com/office/drawing/2014/main" id="{6E78C219-F9C7-D559-B12D-3362CFF3313E}"/>
              </a:ext>
            </a:extLst>
          </p:cNvPr>
          <p:cNvCxnSpPr>
            <a:cxnSpLocks/>
          </p:cNvCxnSpPr>
          <p:nvPr/>
        </p:nvCxnSpPr>
        <p:spPr>
          <a:xfrm flipH="1" flipV="1">
            <a:off x="3805646" y="5651572"/>
            <a:ext cx="1312458" cy="18912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088608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9A4A8D-E722-C0D1-F062-657244A47152}"/>
              </a:ext>
            </a:extLst>
          </p:cNvPr>
          <p:cNvSpPr>
            <a:spLocks noGrp="1"/>
          </p:cNvSpPr>
          <p:nvPr>
            <p:ph type="title"/>
          </p:nvPr>
        </p:nvSpPr>
        <p:spPr/>
        <p:txBody>
          <a:bodyPr/>
          <a:lstStyle/>
          <a:p>
            <a:r>
              <a:rPr lang="en-HK" dirty="0"/>
              <a:t>Path Baking</a:t>
            </a:r>
          </a:p>
        </p:txBody>
      </p:sp>
      <p:sp>
        <p:nvSpPr>
          <p:cNvPr id="3" name="內容版面配置區 2">
            <a:extLst>
              <a:ext uri="{FF2B5EF4-FFF2-40B4-BE49-F238E27FC236}">
                <a16:creationId xmlns:a16="http://schemas.microsoft.com/office/drawing/2014/main" id="{49ADB38A-B6B9-04E7-E001-A44F8A4843E1}"/>
              </a:ext>
            </a:extLst>
          </p:cNvPr>
          <p:cNvSpPr>
            <a:spLocks noGrp="1"/>
          </p:cNvSpPr>
          <p:nvPr>
            <p:ph idx="1"/>
          </p:nvPr>
        </p:nvSpPr>
        <p:spPr>
          <a:xfrm>
            <a:off x="677333" y="1270000"/>
            <a:ext cx="9047691" cy="3880773"/>
          </a:xfrm>
        </p:spPr>
        <p:txBody>
          <a:bodyPr/>
          <a:lstStyle/>
          <a:p>
            <a:r>
              <a:rPr lang="en-HK" dirty="0"/>
              <a:t>1. Generate Sample Points to approximate path</a:t>
            </a:r>
          </a:p>
          <a:p>
            <a:pPr lvl="1"/>
            <a:r>
              <a:rPr lang="en-HK" dirty="0"/>
              <a:t>Sample points are jotted by distance instead of time as the time frames are adjustable in the timeline post bake</a:t>
            </a:r>
          </a:p>
          <a:p>
            <a:r>
              <a:rPr lang="en-HK" dirty="0"/>
              <a:t>2. To check if path has valid </a:t>
            </a:r>
            <a:r>
              <a:rPr lang="en-HK" dirty="0" err="1"/>
              <a:t>Iks</a:t>
            </a:r>
            <a:endParaRPr lang="en-HK" dirty="0"/>
          </a:p>
          <a:p>
            <a:r>
              <a:rPr lang="en-HK" dirty="0"/>
              <a:t>3. To Check if points are spaced and timed appropriately such that robot does not run over </a:t>
            </a:r>
            <a:r>
              <a:rPr lang="en-HK" dirty="0">
                <a:highlight>
                  <a:srgbClr val="FFFF00"/>
                </a:highlight>
              </a:rPr>
              <a:t>speed (Note: speed test seems to pass no matter what at the moment)</a:t>
            </a:r>
          </a:p>
          <a:p>
            <a:r>
              <a:rPr lang="en-HK" dirty="0"/>
              <a:t>Any changes to timeline or waypoints position requires a full </a:t>
            </a:r>
            <a:r>
              <a:rPr lang="en-HK" dirty="0" err="1"/>
              <a:t>rebake</a:t>
            </a:r>
            <a:endParaRPr lang="en-HK" dirty="0"/>
          </a:p>
          <a:p>
            <a:r>
              <a:rPr lang="en-HK" dirty="0"/>
              <a:t>Bake States: white/Grey: Unbaked, </a:t>
            </a:r>
            <a:r>
              <a:rPr lang="en-HK" dirty="0">
                <a:solidFill>
                  <a:srgbClr val="FF3300"/>
                </a:solidFill>
              </a:rPr>
              <a:t>Red</a:t>
            </a:r>
            <a:r>
              <a:rPr lang="en-HK" dirty="0"/>
              <a:t>: IK failed, </a:t>
            </a:r>
            <a:r>
              <a:rPr lang="en-HK" dirty="0">
                <a:solidFill>
                  <a:srgbClr val="00B050"/>
                </a:solidFill>
              </a:rPr>
              <a:t>Green</a:t>
            </a:r>
            <a:r>
              <a:rPr lang="en-HK" dirty="0"/>
              <a:t>: Everything OK, </a:t>
            </a:r>
            <a:r>
              <a:rPr lang="en-HK" dirty="0">
                <a:solidFill>
                  <a:srgbClr val="0070C0"/>
                </a:solidFill>
              </a:rPr>
              <a:t>Blue</a:t>
            </a:r>
            <a:r>
              <a:rPr lang="en-HK" dirty="0"/>
              <a:t>: Force FK Mode (to be elaborated later), </a:t>
            </a:r>
            <a:r>
              <a:rPr lang="en-HK" dirty="0">
                <a:solidFill>
                  <a:srgbClr val="E09B20"/>
                </a:solidFill>
              </a:rPr>
              <a:t>Orange</a:t>
            </a:r>
            <a:r>
              <a:rPr lang="en-HK" dirty="0"/>
              <a:t>: IK OK but speed too fast, </a:t>
            </a:r>
            <a:r>
              <a:rPr lang="en-HK" dirty="0">
                <a:solidFill>
                  <a:srgbClr val="616719"/>
                </a:solidFill>
              </a:rPr>
              <a:t>Yellow</a:t>
            </a:r>
            <a:r>
              <a:rPr lang="en-HK" dirty="0"/>
              <a:t>: IK checked but not yet speed</a:t>
            </a:r>
          </a:p>
        </p:txBody>
      </p:sp>
      <p:sp>
        <p:nvSpPr>
          <p:cNvPr id="4" name="投影片編號版面配置區 3">
            <a:extLst>
              <a:ext uri="{FF2B5EF4-FFF2-40B4-BE49-F238E27FC236}">
                <a16:creationId xmlns:a16="http://schemas.microsoft.com/office/drawing/2014/main" id="{7A25DCCD-F0AD-34B3-7E20-2F489E16A610}"/>
              </a:ext>
            </a:extLst>
          </p:cNvPr>
          <p:cNvSpPr>
            <a:spLocks noGrp="1"/>
          </p:cNvSpPr>
          <p:nvPr>
            <p:ph type="sldNum" sz="quarter" idx="12"/>
          </p:nvPr>
        </p:nvSpPr>
        <p:spPr>
          <a:xfrm>
            <a:off x="8303281" y="6055653"/>
            <a:ext cx="683339" cy="365125"/>
          </a:xfrm>
        </p:spPr>
        <p:txBody>
          <a:bodyPr/>
          <a:lstStyle/>
          <a:p>
            <a:fld id="{CF9A1619-F87A-4FCD-8947-EF4132FEEC38}" type="slidenum">
              <a:rPr lang="zh-HK" altLang="en-US" smtClean="0"/>
              <a:t>10</a:t>
            </a:fld>
            <a:endParaRPr lang="zh-HK" altLang="en-US"/>
          </a:p>
        </p:txBody>
      </p:sp>
      <p:pic>
        <p:nvPicPr>
          <p:cNvPr id="6" name="圖片 5">
            <a:extLst>
              <a:ext uri="{FF2B5EF4-FFF2-40B4-BE49-F238E27FC236}">
                <a16:creationId xmlns:a16="http://schemas.microsoft.com/office/drawing/2014/main" id="{29216F97-3269-58B2-8F76-808CCA769852}"/>
              </a:ext>
            </a:extLst>
          </p:cNvPr>
          <p:cNvPicPr>
            <a:picLocks noChangeAspect="1"/>
          </p:cNvPicPr>
          <p:nvPr/>
        </p:nvPicPr>
        <p:blipFill>
          <a:blip r:embed="rId2"/>
          <a:stretch>
            <a:fillRect/>
          </a:stretch>
        </p:blipFill>
        <p:spPr>
          <a:xfrm>
            <a:off x="145093" y="4775694"/>
            <a:ext cx="3315163" cy="1009791"/>
          </a:xfrm>
          <a:prstGeom prst="rect">
            <a:avLst/>
          </a:prstGeom>
        </p:spPr>
      </p:pic>
      <p:pic>
        <p:nvPicPr>
          <p:cNvPr id="8" name="圖片 7">
            <a:extLst>
              <a:ext uri="{FF2B5EF4-FFF2-40B4-BE49-F238E27FC236}">
                <a16:creationId xmlns:a16="http://schemas.microsoft.com/office/drawing/2014/main" id="{26818617-D84D-589D-62EC-DDCEFEC385D7}"/>
              </a:ext>
            </a:extLst>
          </p:cNvPr>
          <p:cNvPicPr>
            <a:picLocks noChangeAspect="1"/>
          </p:cNvPicPr>
          <p:nvPr/>
        </p:nvPicPr>
        <p:blipFill>
          <a:blip r:embed="rId3"/>
          <a:stretch>
            <a:fillRect/>
          </a:stretch>
        </p:blipFill>
        <p:spPr>
          <a:xfrm>
            <a:off x="3608165" y="4775693"/>
            <a:ext cx="2984493" cy="1009791"/>
          </a:xfrm>
          <a:prstGeom prst="rect">
            <a:avLst/>
          </a:prstGeom>
        </p:spPr>
      </p:pic>
      <p:pic>
        <p:nvPicPr>
          <p:cNvPr id="10" name="圖片 9">
            <a:extLst>
              <a:ext uri="{FF2B5EF4-FFF2-40B4-BE49-F238E27FC236}">
                <a16:creationId xmlns:a16="http://schemas.microsoft.com/office/drawing/2014/main" id="{F6728D0C-AC48-684F-7C2F-C2B5A175A872}"/>
              </a:ext>
            </a:extLst>
          </p:cNvPr>
          <p:cNvPicPr>
            <a:picLocks noChangeAspect="1"/>
          </p:cNvPicPr>
          <p:nvPr/>
        </p:nvPicPr>
        <p:blipFill>
          <a:blip r:embed="rId4"/>
          <a:stretch>
            <a:fillRect/>
          </a:stretch>
        </p:blipFill>
        <p:spPr>
          <a:xfrm>
            <a:off x="8654625" y="4747114"/>
            <a:ext cx="3057952" cy="1038370"/>
          </a:xfrm>
          <a:prstGeom prst="rect">
            <a:avLst/>
          </a:prstGeom>
        </p:spPr>
      </p:pic>
      <p:sp>
        <p:nvSpPr>
          <p:cNvPr id="11" name="文字方塊 10">
            <a:extLst>
              <a:ext uri="{FF2B5EF4-FFF2-40B4-BE49-F238E27FC236}">
                <a16:creationId xmlns:a16="http://schemas.microsoft.com/office/drawing/2014/main" id="{636055A0-6663-6B08-FF9B-6B05CEFDD7A6}"/>
              </a:ext>
            </a:extLst>
          </p:cNvPr>
          <p:cNvSpPr txBox="1"/>
          <p:nvPr/>
        </p:nvSpPr>
        <p:spPr>
          <a:xfrm>
            <a:off x="758448" y="6051446"/>
            <a:ext cx="2555508" cy="369332"/>
          </a:xfrm>
          <a:prstGeom prst="rect">
            <a:avLst/>
          </a:prstGeom>
          <a:noFill/>
        </p:spPr>
        <p:txBody>
          <a:bodyPr wrap="none" rtlCol="0">
            <a:spAutoFit/>
          </a:bodyPr>
          <a:lstStyle/>
          <a:p>
            <a:r>
              <a:rPr lang="en-HK" dirty="0"/>
              <a:t>Waypoints passed bake</a:t>
            </a:r>
          </a:p>
        </p:txBody>
      </p:sp>
      <p:sp>
        <p:nvSpPr>
          <p:cNvPr id="13" name="文字方塊 12">
            <a:extLst>
              <a:ext uri="{FF2B5EF4-FFF2-40B4-BE49-F238E27FC236}">
                <a16:creationId xmlns:a16="http://schemas.microsoft.com/office/drawing/2014/main" id="{74EC96F2-816E-F023-57AC-629294FEA62F}"/>
              </a:ext>
            </a:extLst>
          </p:cNvPr>
          <p:cNvSpPr txBox="1"/>
          <p:nvPr/>
        </p:nvSpPr>
        <p:spPr>
          <a:xfrm>
            <a:off x="3822657" y="6051446"/>
            <a:ext cx="2459328" cy="369332"/>
          </a:xfrm>
          <a:prstGeom prst="rect">
            <a:avLst/>
          </a:prstGeom>
          <a:noFill/>
        </p:spPr>
        <p:txBody>
          <a:bodyPr wrap="none" rtlCol="0">
            <a:spAutoFit/>
          </a:bodyPr>
          <a:lstStyle/>
          <a:p>
            <a:r>
              <a:rPr lang="en-HK" dirty="0"/>
              <a:t>Waypoints failed bake</a:t>
            </a:r>
          </a:p>
        </p:txBody>
      </p:sp>
      <p:sp>
        <p:nvSpPr>
          <p:cNvPr id="15" name="文字方塊 14">
            <a:extLst>
              <a:ext uri="{FF2B5EF4-FFF2-40B4-BE49-F238E27FC236}">
                <a16:creationId xmlns:a16="http://schemas.microsoft.com/office/drawing/2014/main" id="{D005F120-EEE5-37F1-8E10-70FFC82AC603}"/>
              </a:ext>
            </a:extLst>
          </p:cNvPr>
          <p:cNvSpPr txBox="1"/>
          <p:nvPr/>
        </p:nvSpPr>
        <p:spPr>
          <a:xfrm>
            <a:off x="6431112" y="6008644"/>
            <a:ext cx="2462534" cy="646331"/>
          </a:xfrm>
          <a:prstGeom prst="rect">
            <a:avLst/>
          </a:prstGeom>
          <a:noFill/>
        </p:spPr>
        <p:txBody>
          <a:bodyPr wrap="none" rtlCol="0">
            <a:spAutoFit/>
          </a:bodyPr>
          <a:lstStyle/>
          <a:p>
            <a:r>
              <a:rPr lang="en-HK" dirty="0"/>
              <a:t>Waypoint passed bake</a:t>
            </a:r>
            <a:br>
              <a:rPr lang="en-HK" dirty="0"/>
            </a:br>
            <a:r>
              <a:rPr lang="en-HK" dirty="0"/>
              <a:t>but is too fast</a:t>
            </a:r>
          </a:p>
        </p:txBody>
      </p:sp>
      <p:pic>
        <p:nvPicPr>
          <p:cNvPr id="17" name="圖片 16">
            <a:extLst>
              <a:ext uri="{FF2B5EF4-FFF2-40B4-BE49-F238E27FC236}">
                <a16:creationId xmlns:a16="http://schemas.microsoft.com/office/drawing/2014/main" id="{6DED4A94-E6D6-FC61-B84E-3E899321E736}"/>
              </a:ext>
            </a:extLst>
          </p:cNvPr>
          <p:cNvPicPr>
            <a:picLocks noChangeAspect="1"/>
          </p:cNvPicPr>
          <p:nvPr/>
        </p:nvPicPr>
        <p:blipFill>
          <a:blip r:embed="rId5"/>
          <a:stretch>
            <a:fillRect/>
          </a:stretch>
        </p:blipFill>
        <p:spPr>
          <a:xfrm>
            <a:off x="6740567" y="4761403"/>
            <a:ext cx="1651429" cy="1009791"/>
          </a:xfrm>
          <a:prstGeom prst="rect">
            <a:avLst/>
          </a:prstGeom>
        </p:spPr>
      </p:pic>
      <p:sp>
        <p:nvSpPr>
          <p:cNvPr id="19" name="文字方塊 18">
            <a:extLst>
              <a:ext uri="{FF2B5EF4-FFF2-40B4-BE49-F238E27FC236}">
                <a16:creationId xmlns:a16="http://schemas.microsoft.com/office/drawing/2014/main" id="{FCFBA33E-EE35-01CD-614C-90812BC27C5F}"/>
              </a:ext>
            </a:extLst>
          </p:cNvPr>
          <p:cNvSpPr txBox="1"/>
          <p:nvPr/>
        </p:nvSpPr>
        <p:spPr>
          <a:xfrm>
            <a:off x="8831307" y="6042225"/>
            <a:ext cx="2704587" cy="369332"/>
          </a:xfrm>
          <a:prstGeom prst="rect">
            <a:avLst/>
          </a:prstGeom>
          <a:noFill/>
        </p:spPr>
        <p:txBody>
          <a:bodyPr wrap="none" rtlCol="0">
            <a:spAutoFit/>
          </a:bodyPr>
          <a:lstStyle/>
          <a:p>
            <a:r>
              <a:rPr lang="en-HK" dirty="0"/>
              <a:t>Waypoint using Force FK</a:t>
            </a:r>
          </a:p>
        </p:txBody>
      </p:sp>
      <p:sp>
        <p:nvSpPr>
          <p:cNvPr id="20" name="文字方塊 19">
            <a:extLst>
              <a:ext uri="{FF2B5EF4-FFF2-40B4-BE49-F238E27FC236}">
                <a16:creationId xmlns:a16="http://schemas.microsoft.com/office/drawing/2014/main" id="{963F1C65-B428-A56E-BD4D-E013713644D9}"/>
              </a:ext>
            </a:extLst>
          </p:cNvPr>
          <p:cNvSpPr txBox="1"/>
          <p:nvPr/>
        </p:nvSpPr>
        <p:spPr>
          <a:xfrm>
            <a:off x="7266624" y="4369799"/>
            <a:ext cx="2250744" cy="369332"/>
          </a:xfrm>
          <a:prstGeom prst="rect">
            <a:avLst/>
          </a:prstGeom>
          <a:noFill/>
        </p:spPr>
        <p:txBody>
          <a:bodyPr wrap="none" rtlCol="0">
            <a:spAutoFit/>
          </a:bodyPr>
          <a:lstStyle/>
          <a:p>
            <a:r>
              <a:rPr lang="en-HK" dirty="0">
                <a:highlight>
                  <a:srgbClr val="FFFF00"/>
                </a:highlight>
              </a:rPr>
              <a:t>Yellow state bugged</a:t>
            </a:r>
          </a:p>
        </p:txBody>
      </p:sp>
      <p:cxnSp>
        <p:nvCxnSpPr>
          <p:cNvPr id="21" name="直線單箭頭接點 20">
            <a:extLst>
              <a:ext uri="{FF2B5EF4-FFF2-40B4-BE49-F238E27FC236}">
                <a16:creationId xmlns:a16="http://schemas.microsoft.com/office/drawing/2014/main" id="{E8B2A890-932D-B3AF-98DE-DF830E4A5AB2}"/>
              </a:ext>
            </a:extLst>
          </p:cNvPr>
          <p:cNvCxnSpPr>
            <a:cxnSpLocks/>
            <a:stCxn id="20" idx="2"/>
          </p:cNvCxnSpPr>
          <p:nvPr/>
        </p:nvCxnSpPr>
        <p:spPr>
          <a:xfrm flipH="1">
            <a:off x="7811589" y="4739131"/>
            <a:ext cx="580407" cy="494876"/>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6" name="文字方塊 25">
            <a:extLst>
              <a:ext uri="{FF2B5EF4-FFF2-40B4-BE49-F238E27FC236}">
                <a16:creationId xmlns:a16="http://schemas.microsoft.com/office/drawing/2014/main" id="{72A4044F-7AB9-C614-705C-F670BA4A1B11}"/>
              </a:ext>
            </a:extLst>
          </p:cNvPr>
          <p:cNvSpPr txBox="1"/>
          <p:nvPr/>
        </p:nvSpPr>
        <p:spPr>
          <a:xfrm>
            <a:off x="3209508" y="807274"/>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1307389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4D1183-325C-A89C-584C-E00A6CB95488}"/>
              </a:ext>
            </a:extLst>
          </p:cNvPr>
          <p:cNvSpPr>
            <a:spLocks noGrp="1"/>
          </p:cNvSpPr>
          <p:nvPr>
            <p:ph type="title"/>
          </p:nvPr>
        </p:nvSpPr>
        <p:spPr/>
        <p:txBody>
          <a:bodyPr/>
          <a:lstStyle/>
          <a:p>
            <a:r>
              <a:rPr lang="en-HK" dirty="0"/>
              <a:t>Path Baking: Force FK</a:t>
            </a:r>
          </a:p>
        </p:txBody>
      </p:sp>
      <p:sp>
        <p:nvSpPr>
          <p:cNvPr id="3" name="內容版面配置區 2">
            <a:extLst>
              <a:ext uri="{FF2B5EF4-FFF2-40B4-BE49-F238E27FC236}">
                <a16:creationId xmlns:a16="http://schemas.microsoft.com/office/drawing/2014/main" id="{108796AA-3B98-6C57-A809-7599C0491B26}"/>
              </a:ext>
            </a:extLst>
          </p:cNvPr>
          <p:cNvSpPr>
            <a:spLocks noGrp="1"/>
          </p:cNvSpPr>
          <p:nvPr>
            <p:ph idx="1"/>
          </p:nvPr>
        </p:nvSpPr>
        <p:spPr>
          <a:xfrm>
            <a:off x="677334" y="1560238"/>
            <a:ext cx="8596668" cy="3880773"/>
          </a:xfrm>
        </p:spPr>
        <p:txBody>
          <a:bodyPr/>
          <a:lstStyle/>
          <a:p>
            <a:r>
              <a:rPr lang="en-HK" dirty="0"/>
              <a:t>For paths where final position is more important than the path shape itself, Or when waypoints are placed too complex and IK in between keeps failing,</a:t>
            </a:r>
            <a:br>
              <a:rPr lang="en-HK" dirty="0"/>
            </a:br>
            <a:r>
              <a:rPr lang="en-HK" dirty="0"/>
              <a:t>user can set waypoint to “Force FK” mode such that the no sample points are created within the path segment -&gt; direct </a:t>
            </a:r>
            <a:r>
              <a:rPr lang="en-HK" dirty="0" err="1"/>
              <a:t>moveJ</a:t>
            </a:r>
            <a:r>
              <a:rPr lang="en-HK" dirty="0"/>
              <a:t> between the 2 waypoints</a:t>
            </a:r>
          </a:p>
        </p:txBody>
      </p:sp>
      <p:sp>
        <p:nvSpPr>
          <p:cNvPr id="4" name="投影片編號版面配置區 3">
            <a:extLst>
              <a:ext uri="{FF2B5EF4-FFF2-40B4-BE49-F238E27FC236}">
                <a16:creationId xmlns:a16="http://schemas.microsoft.com/office/drawing/2014/main" id="{55D5A712-1BCE-0E79-A2DD-E0A372DB2F37}"/>
              </a:ext>
            </a:extLst>
          </p:cNvPr>
          <p:cNvSpPr>
            <a:spLocks noGrp="1"/>
          </p:cNvSpPr>
          <p:nvPr>
            <p:ph type="sldNum" sz="quarter" idx="12"/>
          </p:nvPr>
        </p:nvSpPr>
        <p:spPr/>
        <p:txBody>
          <a:bodyPr/>
          <a:lstStyle/>
          <a:p>
            <a:fld id="{CF9A1619-F87A-4FCD-8947-EF4132FEEC38}" type="slidenum">
              <a:rPr lang="zh-HK" altLang="en-US" smtClean="0"/>
              <a:t>11</a:t>
            </a:fld>
            <a:endParaRPr lang="zh-HK" altLang="en-US"/>
          </a:p>
        </p:txBody>
      </p:sp>
      <p:pic>
        <p:nvPicPr>
          <p:cNvPr id="6" name="圖片 5">
            <a:extLst>
              <a:ext uri="{FF2B5EF4-FFF2-40B4-BE49-F238E27FC236}">
                <a16:creationId xmlns:a16="http://schemas.microsoft.com/office/drawing/2014/main" id="{1464C971-B172-96FE-D102-C1AFB460FBB4}"/>
              </a:ext>
            </a:extLst>
          </p:cNvPr>
          <p:cNvPicPr>
            <a:picLocks noChangeAspect="1"/>
          </p:cNvPicPr>
          <p:nvPr/>
        </p:nvPicPr>
        <p:blipFill>
          <a:blip r:embed="rId2"/>
          <a:stretch>
            <a:fillRect/>
          </a:stretch>
        </p:blipFill>
        <p:spPr>
          <a:xfrm>
            <a:off x="2917998" y="3275570"/>
            <a:ext cx="5034369" cy="3304062"/>
          </a:xfrm>
          <a:prstGeom prst="rect">
            <a:avLst/>
          </a:prstGeom>
        </p:spPr>
      </p:pic>
      <p:sp>
        <p:nvSpPr>
          <p:cNvPr id="8" name="矩形 7">
            <a:extLst>
              <a:ext uri="{FF2B5EF4-FFF2-40B4-BE49-F238E27FC236}">
                <a16:creationId xmlns:a16="http://schemas.microsoft.com/office/drawing/2014/main" id="{CA29CF4F-C57A-6A18-F3EC-88D93661FF36}"/>
              </a:ext>
            </a:extLst>
          </p:cNvPr>
          <p:cNvSpPr/>
          <p:nvPr/>
        </p:nvSpPr>
        <p:spPr>
          <a:xfrm>
            <a:off x="4901429" y="5024210"/>
            <a:ext cx="1371544"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Tree>
    <p:extLst>
      <p:ext uri="{BB962C8B-B14F-4D97-AF65-F5344CB8AC3E}">
        <p14:creationId xmlns:p14="http://schemas.microsoft.com/office/powerpoint/2010/main" val="3759396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0251E5-04DF-F8BE-911D-95256F78C7F3}"/>
              </a:ext>
            </a:extLst>
          </p:cNvPr>
          <p:cNvSpPr>
            <a:spLocks noGrp="1"/>
          </p:cNvSpPr>
          <p:nvPr>
            <p:ph type="title"/>
          </p:nvPr>
        </p:nvSpPr>
        <p:spPr/>
        <p:txBody>
          <a:bodyPr/>
          <a:lstStyle/>
          <a:p>
            <a:r>
              <a:rPr lang="en-HK" dirty="0"/>
              <a:t>Simulate and Play</a:t>
            </a:r>
          </a:p>
        </p:txBody>
      </p:sp>
      <p:sp>
        <p:nvSpPr>
          <p:cNvPr id="3" name="內容版面配置區 2">
            <a:extLst>
              <a:ext uri="{FF2B5EF4-FFF2-40B4-BE49-F238E27FC236}">
                <a16:creationId xmlns:a16="http://schemas.microsoft.com/office/drawing/2014/main" id="{54BDB8DC-F29F-6348-9E10-7F313D0AB299}"/>
              </a:ext>
            </a:extLst>
          </p:cNvPr>
          <p:cNvSpPr>
            <a:spLocks noGrp="1"/>
          </p:cNvSpPr>
          <p:nvPr>
            <p:ph idx="1"/>
          </p:nvPr>
        </p:nvSpPr>
        <p:spPr>
          <a:xfrm>
            <a:off x="335664" y="1404911"/>
            <a:ext cx="8596668" cy="4636451"/>
          </a:xfrm>
        </p:spPr>
        <p:txBody>
          <a:bodyPr>
            <a:normAutofit/>
          </a:bodyPr>
          <a:lstStyle/>
          <a:p>
            <a:pPr marL="0" indent="0">
              <a:buNone/>
            </a:pPr>
            <a:r>
              <a:rPr lang="en-HK" dirty="0">
                <a:solidFill>
                  <a:schemeClr val="tx1"/>
                </a:solidFill>
              </a:rPr>
              <a:t>Both states only run after a completely fine bake</a:t>
            </a:r>
          </a:p>
          <a:p>
            <a:pPr marL="0" indent="0">
              <a:buNone/>
            </a:pPr>
            <a:r>
              <a:rPr lang="en-HK" b="1" dirty="0">
                <a:solidFill>
                  <a:schemeClr val="accent2"/>
                </a:solidFill>
              </a:rPr>
              <a:t>Simulate</a:t>
            </a:r>
          </a:p>
          <a:p>
            <a:r>
              <a:rPr lang="en-HK" dirty="0"/>
              <a:t>Simulate motion path in 3d world view</a:t>
            </a:r>
          </a:p>
          <a:p>
            <a:r>
              <a:rPr lang="en-HK" dirty="0"/>
              <a:t>Pause available</a:t>
            </a:r>
          </a:p>
          <a:p>
            <a:r>
              <a:rPr lang="en-HK" dirty="0"/>
              <a:t>Adjust timeline cursor to replay certain parts of path</a:t>
            </a:r>
          </a:p>
          <a:p>
            <a:pPr marL="0" indent="0">
              <a:buNone/>
            </a:pPr>
            <a:r>
              <a:rPr lang="en-HK" b="1" dirty="0">
                <a:solidFill>
                  <a:srgbClr val="E09B20"/>
                </a:solidFill>
              </a:rPr>
              <a:t>Run</a:t>
            </a:r>
          </a:p>
          <a:p>
            <a:r>
              <a:rPr lang="en-HK" dirty="0"/>
              <a:t>Upload path to robot first</a:t>
            </a:r>
          </a:p>
          <a:p>
            <a:r>
              <a:rPr lang="en-HK" dirty="0"/>
              <a:t>Hold button to move robot to </a:t>
            </a:r>
            <a:r>
              <a:rPr lang="en-HK" dirty="0" err="1"/>
              <a:t>init</a:t>
            </a:r>
            <a:r>
              <a:rPr lang="en-HK" dirty="0"/>
              <a:t> pose</a:t>
            </a:r>
          </a:p>
          <a:p>
            <a:r>
              <a:rPr lang="en-HK" dirty="0"/>
              <a:t>Run path</a:t>
            </a:r>
          </a:p>
          <a:p>
            <a:r>
              <a:rPr lang="en-HK" dirty="0"/>
              <a:t>Pause not available, but interruptible</a:t>
            </a:r>
          </a:p>
        </p:txBody>
      </p:sp>
      <p:sp>
        <p:nvSpPr>
          <p:cNvPr id="4" name="投影片編號版面配置區 3">
            <a:extLst>
              <a:ext uri="{FF2B5EF4-FFF2-40B4-BE49-F238E27FC236}">
                <a16:creationId xmlns:a16="http://schemas.microsoft.com/office/drawing/2014/main" id="{AD6D2940-E471-F55B-53C5-0F9073FEF00A}"/>
              </a:ext>
            </a:extLst>
          </p:cNvPr>
          <p:cNvSpPr>
            <a:spLocks noGrp="1"/>
          </p:cNvSpPr>
          <p:nvPr>
            <p:ph type="sldNum" sz="quarter" idx="12"/>
          </p:nvPr>
        </p:nvSpPr>
        <p:spPr/>
        <p:txBody>
          <a:bodyPr/>
          <a:lstStyle/>
          <a:p>
            <a:fld id="{CF9A1619-F87A-4FCD-8947-EF4132FEEC38}" type="slidenum">
              <a:rPr lang="zh-HK" altLang="en-US" smtClean="0"/>
              <a:t>12</a:t>
            </a:fld>
            <a:endParaRPr lang="zh-HK" altLang="en-US"/>
          </a:p>
        </p:txBody>
      </p:sp>
      <p:pic>
        <p:nvPicPr>
          <p:cNvPr id="6" name="圖片 5">
            <a:extLst>
              <a:ext uri="{FF2B5EF4-FFF2-40B4-BE49-F238E27FC236}">
                <a16:creationId xmlns:a16="http://schemas.microsoft.com/office/drawing/2014/main" id="{21AA9FE5-23AF-3C54-C95E-002A00F6F4FA}"/>
              </a:ext>
            </a:extLst>
          </p:cNvPr>
          <p:cNvPicPr>
            <a:picLocks noChangeAspect="1"/>
          </p:cNvPicPr>
          <p:nvPr/>
        </p:nvPicPr>
        <p:blipFill>
          <a:blip r:embed="rId2"/>
          <a:stretch>
            <a:fillRect/>
          </a:stretch>
        </p:blipFill>
        <p:spPr>
          <a:xfrm>
            <a:off x="8200134" y="451513"/>
            <a:ext cx="3019846" cy="733527"/>
          </a:xfrm>
          <a:prstGeom prst="rect">
            <a:avLst/>
          </a:prstGeom>
        </p:spPr>
      </p:pic>
      <p:pic>
        <p:nvPicPr>
          <p:cNvPr id="8" name="圖片 7">
            <a:extLst>
              <a:ext uri="{FF2B5EF4-FFF2-40B4-BE49-F238E27FC236}">
                <a16:creationId xmlns:a16="http://schemas.microsoft.com/office/drawing/2014/main" id="{FE985DC4-48B4-E17D-2B5D-4308A66D2648}"/>
              </a:ext>
            </a:extLst>
          </p:cNvPr>
          <p:cNvPicPr>
            <a:picLocks noChangeAspect="1"/>
          </p:cNvPicPr>
          <p:nvPr/>
        </p:nvPicPr>
        <p:blipFill>
          <a:blip r:embed="rId3"/>
          <a:stretch>
            <a:fillRect/>
          </a:stretch>
        </p:blipFill>
        <p:spPr>
          <a:xfrm>
            <a:off x="8200134" y="2339894"/>
            <a:ext cx="2943636" cy="771633"/>
          </a:xfrm>
          <a:prstGeom prst="rect">
            <a:avLst/>
          </a:prstGeom>
        </p:spPr>
      </p:pic>
      <p:pic>
        <p:nvPicPr>
          <p:cNvPr id="10" name="圖片 9">
            <a:extLst>
              <a:ext uri="{FF2B5EF4-FFF2-40B4-BE49-F238E27FC236}">
                <a16:creationId xmlns:a16="http://schemas.microsoft.com/office/drawing/2014/main" id="{D0FEF67C-B32A-A4ED-DF2A-A223297F8999}"/>
              </a:ext>
            </a:extLst>
          </p:cNvPr>
          <p:cNvPicPr>
            <a:picLocks noChangeAspect="1"/>
          </p:cNvPicPr>
          <p:nvPr/>
        </p:nvPicPr>
        <p:blipFill>
          <a:blip r:embed="rId4"/>
          <a:stretch>
            <a:fillRect/>
          </a:stretch>
        </p:blipFill>
        <p:spPr>
          <a:xfrm>
            <a:off x="8190608" y="3906838"/>
            <a:ext cx="2953162" cy="800212"/>
          </a:xfrm>
          <a:prstGeom prst="rect">
            <a:avLst/>
          </a:prstGeom>
        </p:spPr>
      </p:pic>
      <p:pic>
        <p:nvPicPr>
          <p:cNvPr id="12" name="圖片 11">
            <a:extLst>
              <a:ext uri="{FF2B5EF4-FFF2-40B4-BE49-F238E27FC236}">
                <a16:creationId xmlns:a16="http://schemas.microsoft.com/office/drawing/2014/main" id="{F79CA87D-A537-F969-2ABA-D7E7F0A91ADC}"/>
              </a:ext>
            </a:extLst>
          </p:cNvPr>
          <p:cNvPicPr>
            <a:picLocks noChangeAspect="1"/>
          </p:cNvPicPr>
          <p:nvPr/>
        </p:nvPicPr>
        <p:blipFill>
          <a:blip r:embed="rId5"/>
          <a:stretch>
            <a:fillRect/>
          </a:stretch>
        </p:blipFill>
        <p:spPr>
          <a:xfrm>
            <a:off x="8238239" y="4888821"/>
            <a:ext cx="2857899" cy="704948"/>
          </a:xfrm>
          <a:prstGeom prst="rect">
            <a:avLst/>
          </a:prstGeom>
        </p:spPr>
      </p:pic>
      <p:pic>
        <p:nvPicPr>
          <p:cNvPr id="14" name="圖片 13">
            <a:extLst>
              <a:ext uri="{FF2B5EF4-FFF2-40B4-BE49-F238E27FC236}">
                <a16:creationId xmlns:a16="http://schemas.microsoft.com/office/drawing/2014/main" id="{7562CB11-E665-850C-D62C-19F81770DF26}"/>
              </a:ext>
            </a:extLst>
          </p:cNvPr>
          <p:cNvPicPr>
            <a:picLocks noChangeAspect="1"/>
          </p:cNvPicPr>
          <p:nvPr/>
        </p:nvPicPr>
        <p:blipFill>
          <a:blip r:embed="rId6"/>
          <a:stretch>
            <a:fillRect/>
          </a:stretch>
        </p:blipFill>
        <p:spPr>
          <a:xfrm>
            <a:off x="8290634" y="5711065"/>
            <a:ext cx="2838846" cy="695422"/>
          </a:xfrm>
          <a:prstGeom prst="rect">
            <a:avLst/>
          </a:prstGeom>
        </p:spPr>
      </p:pic>
      <p:cxnSp>
        <p:nvCxnSpPr>
          <p:cNvPr id="15" name="直線單箭頭接點 14">
            <a:extLst>
              <a:ext uri="{FF2B5EF4-FFF2-40B4-BE49-F238E27FC236}">
                <a16:creationId xmlns:a16="http://schemas.microsoft.com/office/drawing/2014/main" id="{0D0D327A-F9EA-9354-E3AE-88EC5C72A0EA}"/>
              </a:ext>
            </a:extLst>
          </p:cNvPr>
          <p:cNvCxnSpPr>
            <a:cxnSpLocks/>
          </p:cNvCxnSpPr>
          <p:nvPr/>
        </p:nvCxnSpPr>
        <p:spPr>
          <a:xfrm flipV="1">
            <a:off x="2610321" y="2725710"/>
            <a:ext cx="5485929" cy="13837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7" name="直線單箭頭接點 16">
            <a:extLst>
              <a:ext uri="{FF2B5EF4-FFF2-40B4-BE49-F238E27FC236}">
                <a16:creationId xmlns:a16="http://schemas.microsoft.com/office/drawing/2014/main" id="{7F6F1AF0-7D4A-2519-9159-54D9C0FB2808}"/>
              </a:ext>
            </a:extLst>
          </p:cNvPr>
          <p:cNvCxnSpPr>
            <a:cxnSpLocks/>
          </p:cNvCxnSpPr>
          <p:nvPr/>
        </p:nvCxnSpPr>
        <p:spPr>
          <a:xfrm>
            <a:off x="4975668" y="4390363"/>
            <a:ext cx="3120582" cy="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0" name="直線單箭頭接點 19">
            <a:extLst>
              <a:ext uri="{FF2B5EF4-FFF2-40B4-BE49-F238E27FC236}">
                <a16:creationId xmlns:a16="http://schemas.microsoft.com/office/drawing/2014/main" id="{2A83EB1D-F46B-C8C4-B3E3-201F9F0CB805}"/>
              </a:ext>
            </a:extLst>
          </p:cNvPr>
          <p:cNvCxnSpPr>
            <a:cxnSpLocks/>
          </p:cNvCxnSpPr>
          <p:nvPr/>
        </p:nvCxnSpPr>
        <p:spPr>
          <a:xfrm>
            <a:off x="4733925" y="5241295"/>
            <a:ext cx="3286125" cy="77083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281449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2D38AF-0C9A-2F33-8191-C9E4AFCA3491}"/>
              </a:ext>
            </a:extLst>
          </p:cNvPr>
          <p:cNvSpPr>
            <a:spLocks noGrp="1"/>
          </p:cNvSpPr>
          <p:nvPr>
            <p:ph type="title"/>
          </p:nvPr>
        </p:nvSpPr>
        <p:spPr/>
        <p:txBody>
          <a:bodyPr/>
          <a:lstStyle/>
          <a:p>
            <a:r>
              <a:rPr lang="en-HK" dirty="0"/>
              <a:t>Timeline</a:t>
            </a:r>
          </a:p>
        </p:txBody>
      </p:sp>
      <p:sp>
        <p:nvSpPr>
          <p:cNvPr id="4" name="投影片編號版面配置區 3">
            <a:extLst>
              <a:ext uri="{FF2B5EF4-FFF2-40B4-BE49-F238E27FC236}">
                <a16:creationId xmlns:a16="http://schemas.microsoft.com/office/drawing/2014/main" id="{B867D497-2796-51F9-25B8-09A7C19A39D4}"/>
              </a:ext>
            </a:extLst>
          </p:cNvPr>
          <p:cNvSpPr>
            <a:spLocks noGrp="1"/>
          </p:cNvSpPr>
          <p:nvPr>
            <p:ph type="sldNum" sz="quarter" idx="12"/>
          </p:nvPr>
        </p:nvSpPr>
        <p:spPr/>
        <p:txBody>
          <a:bodyPr/>
          <a:lstStyle/>
          <a:p>
            <a:fld id="{CF9A1619-F87A-4FCD-8947-EF4132FEEC38}" type="slidenum">
              <a:rPr lang="zh-HK" altLang="en-US" smtClean="0"/>
              <a:t>13</a:t>
            </a:fld>
            <a:endParaRPr lang="zh-HK" altLang="en-US"/>
          </a:p>
        </p:txBody>
      </p:sp>
      <p:sp>
        <p:nvSpPr>
          <p:cNvPr id="6" name="文字方塊 5">
            <a:extLst>
              <a:ext uri="{FF2B5EF4-FFF2-40B4-BE49-F238E27FC236}">
                <a16:creationId xmlns:a16="http://schemas.microsoft.com/office/drawing/2014/main" id="{704B7677-FB6F-13B0-2621-F43527424C21}"/>
              </a:ext>
            </a:extLst>
          </p:cNvPr>
          <p:cNvSpPr txBox="1"/>
          <p:nvPr/>
        </p:nvSpPr>
        <p:spPr>
          <a:xfrm>
            <a:off x="677334" y="1273946"/>
            <a:ext cx="4876784" cy="369332"/>
          </a:xfrm>
          <a:prstGeom prst="rect">
            <a:avLst/>
          </a:prstGeom>
          <a:noFill/>
        </p:spPr>
        <p:txBody>
          <a:bodyPr wrap="none" rtlCol="0">
            <a:spAutoFit/>
          </a:bodyPr>
          <a:lstStyle/>
          <a:p>
            <a:r>
              <a:rPr lang="en-HK" dirty="0">
                <a:highlight>
                  <a:srgbClr val="FFFF00"/>
                </a:highlight>
              </a:rPr>
              <a:t>Taken from animation software (</a:t>
            </a:r>
            <a:r>
              <a:rPr lang="en-HK" dirty="0" err="1">
                <a:highlight>
                  <a:srgbClr val="FFFF00"/>
                </a:highlight>
              </a:rPr>
              <a:t>ie</a:t>
            </a:r>
            <a:r>
              <a:rPr lang="en-HK" dirty="0">
                <a:highlight>
                  <a:srgbClr val="FFFF00"/>
                </a:highlight>
              </a:rPr>
              <a:t> Blender)</a:t>
            </a:r>
          </a:p>
        </p:txBody>
      </p:sp>
      <p:sp>
        <p:nvSpPr>
          <p:cNvPr id="9" name="文字方塊 8">
            <a:extLst>
              <a:ext uri="{FF2B5EF4-FFF2-40B4-BE49-F238E27FC236}">
                <a16:creationId xmlns:a16="http://schemas.microsoft.com/office/drawing/2014/main" id="{D25FC305-DD92-C3BB-8E2B-D65CEA084E39}"/>
              </a:ext>
            </a:extLst>
          </p:cNvPr>
          <p:cNvSpPr txBox="1"/>
          <p:nvPr/>
        </p:nvSpPr>
        <p:spPr>
          <a:xfrm>
            <a:off x="1140552" y="3429000"/>
            <a:ext cx="5242831" cy="1569660"/>
          </a:xfrm>
          <a:prstGeom prst="rect">
            <a:avLst/>
          </a:prstGeom>
          <a:noFill/>
        </p:spPr>
        <p:txBody>
          <a:bodyPr wrap="square" rtlCol="0">
            <a:spAutoFit/>
          </a:bodyPr>
          <a:lstStyle/>
          <a:p>
            <a:r>
              <a:rPr lang="en-HK" dirty="0"/>
              <a:t>Arm track:</a:t>
            </a:r>
          </a:p>
          <a:p>
            <a:r>
              <a:rPr lang="en-HK" dirty="0"/>
              <a:t>Diamond Frames: waypoints</a:t>
            </a:r>
            <a:br>
              <a:rPr lang="en-HK" dirty="0"/>
            </a:br>
            <a:r>
              <a:rPr lang="en-HK" dirty="0"/>
              <a:t>circle frames: generated sample points</a:t>
            </a:r>
          </a:p>
          <a:p>
            <a:r>
              <a:rPr lang="en-HK" sz="1400" dirty="0"/>
              <a:t>By default the sample points are equally spaced on generation (first bake), they can then be dragged to customise speed, </a:t>
            </a:r>
            <a:r>
              <a:rPr lang="en-HK" sz="1400" dirty="0" err="1"/>
              <a:t>rebake</a:t>
            </a:r>
            <a:r>
              <a:rPr lang="en-HK" sz="1400" dirty="0"/>
              <a:t> again to run speed check</a:t>
            </a:r>
          </a:p>
        </p:txBody>
      </p:sp>
      <p:pic>
        <p:nvPicPr>
          <p:cNvPr id="13" name="圖片 12">
            <a:extLst>
              <a:ext uri="{FF2B5EF4-FFF2-40B4-BE49-F238E27FC236}">
                <a16:creationId xmlns:a16="http://schemas.microsoft.com/office/drawing/2014/main" id="{D7DB9C16-4187-658F-DB6E-B298FFE3CE41}"/>
              </a:ext>
            </a:extLst>
          </p:cNvPr>
          <p:cNvPicPr>
            <a:picLocks noChangeAspect="1"/>
          </p:cNvPicPr>
          <p:nvPr/>
        </p:nvPicPr>
        <p:blipFill>
          <a:blip r:embed="rId2"/>
          <a:stretch>
            <a:fillRect/>
          </a:stretch>
        </p:blipFill>
        <p:spPr>
          <a:xfrm>
            <a:off x="677334" y="1873467"/>
            <a:ext cx="10477500" cy="1096636"/>
          </a:xfrm>
          <a:prstGeom prst="rect">
            <a:avLst/>
          </a:prstGeom>
        </p:spPr>
      </p:pic>
      <p:sp>
        <p:nvSpPr>
          <p:cNvPr id="14" name="文字方塊 13">
            <a:extLst>
              <a:ext uri="{FF2B5EF4-FFF2-40B4-BE49-F238E27FC236}">
                <a16:creationId xmlns:a16="http://schemas.microsoft.com/office/drawing/2014/main" id="{CA710D39-A82F-728F-47D2-BB4D8B362031}"/>
              </a:ext>
            </a:extLst>
          </p:cNvPr>
          <p:cNvSpPr txBox="1"/>
          <p:nvPr/>
        </p:nvSpPr>
        <p:spPr>
          <a:xfrm>
            <a:off x="609601" y="3059668"/>
            <a:ext cx="821059" cy="369332"/>
          </a:xfrm>
          <a:prstGeom prst="rect">
            <a:avLst/>
          </a:prstGeom>
          <a:noFill/>
        </p:spPr>
        <p:txBody>
          <a:bodyPr wrap="none" rtlCol="0">
            <a:spAutoFit/>
          </a:bodyPr>
          <a:lstStyle/>
          <a:p>
            <a:r>
              <a:rPr lang="en-HK" dirty="0"/>
              <a:t>cursor</a:t>
            </a:r>
          </a:p>
        </p:txBody>
      </p:sp>
      <p:sp>
        <p:nvSpPr>
          <p:cNvPr id="15" name="文字方塊 14">
            <a:extLst>
              <a:ext uri="{FF2B5EF4-FFF2-40B4-BE49-F238E27FC236}">
                <a16:creationId xmlns:a16="http://schemas.microsoft.com/office/drawing/2014/main" id="{B8C5CAF0-31C1-9C8C-2B8E-99DD33175ACB}"/>
              </a:ext>
            </a:extLst>
          </p:cNvPr>
          <p:cNvSpPr txBox="1"/>
          <p:nvPr/>
        </p:nvSpPr>
        <p:spPr>
          <a:xfrm>
            <a:off x="5907907" y="5157658"/>
            <a:ext cx="6284093" cy="1200329"/>
          </a:xfrm>
          <a:prstGeom prst="rect">
            <a:avLst/>
          </a:prstGeom>
          <a:noFill/>
        </p:spPr>
        <p:txBody>
          <a:bodyPr wrap="none" rtlCol="0">
            <a:spAutoFit/>
          </a:bodyPr>
          <a:lstStyle/>
          <a:p>
            <a:r>
              <a:rPr lang="en-HK" dirty="0"/>
              <a:t>Camera track: (elaborated later)</a:t>
            </a:r>
            <a:br>
              <a:rPr lang="en-HK" dirty="0"/>
            </a:br>
            <a:r>
              <a:rPr lang="en-HK" dirty="0"/>
              <a:t>Green Diamond: start record</a:t>
            </a:r>
          </a:p>
          <a:p>
            <a:r>
              <a:rPr lang="en-HK" dirty="0"/>
              <a:t>Red Diamond: stop record</a:t>
            </a:r>
          </a:p>
          <a:p>
            <a:r>
              <a:rPr lang="en-HK" dirty="0"/>
              <a:t>(note there is delay sending the command to </a:t>
            </a:r>
            <a:r>
              <a:rPr lang="en-HK" dirty="0" err="1"/>
              <a:t>sony</a:t>
            </a:r>
            <a:r>
              <a:rPr lang="en-HK" dirty="0"/>
              <a:t> camera)</a:t>
            </a:r>
          </a:p>
        </p:txBody>
      </p:sp>
      <p:sp>
        <p:nvSpPr>
          <p:cNvPr id="17" name="文字方塊 16">
            <a:extLst>
              <a:ext uri="{FF2B5EF4-FFF2-40B4-BE49-F238E27FC236}">
                <a16:creationId xmlns:a16="http://schemas.microsoft.com/office/drawing/2014/main" id="{6E6255A5-60DF-7BD0-6021-8E6190B201C1}"/>
              </a:ext>
            </a:extLst>
          </p:cNvPr>
          <p:cNvSpPr txBox="1"/>
          <p:nvPr/>
        </p:nvSpPr>
        <p:spPr>
          <a:xfrm>
            <a:off x="8722099" y="3415409"/>
            <a:ext cx="2943434" cy="646331"/>
          </a:xfrm>
          <a:prstGeom prst="rect">
            <a:avLst/>
          </a:prstGeom>
          <a:noFill/>
        </p:spPr>
        <p:txBody>
          <a:bodyPr wrap="none" rtlCol="0">
            <a:spAutoFit/>
          </a:bodyPr>
          <a:lstStyle/>
          <a:p>
            <a:r>
              <a:rPr lang="en-HK" dirty="0"/>
              <a:t>Snap to grid toggle</a:t>
            </a:r>
            <a:br>
              <a:rPr lang="en-HK" dirty="0"/>
            </a:br>
            <a:r>
              <a:rPr lang="en-HK" dirty="0">
                <a:highlight>
                  <a:srgbClr val="FFFF00"/>
                </a:highlight>
              </a:rPr>
              <a:t>(bugged, not working </a:t>
            </a:r>
            <a:r>
              <a:rPr lang="en-HK" dirty="0" err="1">
                <a:highlight>
                  <a:srgbClr val="FFFF00"/>
                </a:highlight>
              </a:rPr>
              <a:t>atm</a:t>
            </a:r>
            <a:r>
              <a:rPr lang="en-HK" dirty="0">
                <a:highlight>
                  <a:srgbClr val="FFFF00"/>
                </a:highlight>
              </a:rPr>
              <a:t>)</a:t>
            </a:r>
          </a:p>
        </p:txBody>
      </p:sp>
      <p:cxnSp>
        <p:nvCxnSpPr>
          <p:cNvPr id="18" name="直線單箭頭接點 17">
            <a:extLst>
              <a:ext uri="{FF2B5EF4-FFF2-40B4-BE49-F238E27FC236}">
                <a16:creationId xmlns:a16="http://schemas.microsoft.com/office/drawing/2014/main" id="{B3AC3090-D0C3-C2CA-41CB-9556A6A0A151}"/>
              </a:ext>
            </a:extLst>
          </p:cNvPr>
          <p:cNvCxnSpPr>
            <a:cxnSpLocks/>
          </p:cNvCxnSpPr>
          <p:nvPr/>
        </p:nvCxnSpPr>
        <p:spPr>
          <a:xfrm flipV="1">
            <a:off x="3115726" y="2421785"/>
            <a:ext cx="219657" cy="131678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2" name="直線單箭頭接點 21">
            <a:extLst>
              <a:ext uri="{FF2B5EF4-FFF2-40B4-BE49-F238E27FC236}">
                <a16:creationId xmlns:a16="http://schemas.microsoft.com/office/drawing/2014/main" id="{6AF1CB5C-BBE6-46F4-5D09-B4701F523F01}"/>
              </a:ext>
            </a:extLst>
          </p:cNvPr>
          <p:cNvCxnSpPr>
            <a:cxnSpLocks/>
          </p:cNvCxnSpPr>
          <p:nvPr/>
        </p:nvCxnSpPr>
        <p:spPr>
          <a:xfrm flipH="1" flipV="1">
            <a:off x="6995519" y="2742296"/>
            <a:ext cx="249589" cy="241536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4" name="直線單箭頭接點 23">
            <a:extLst>
              <a:ext uri="{FF2B5EF4-FFF2-40B4-BE49-F238E27FC236}">
                <a16:creationId xmlns:a16="http://schemas.microsoft.com/office/drawing/2014/main" id="{16447F1D-D99E-3469-6040-3190FD575178}"/>
              </a:ext>
            </a:extLst>
          </p:cNvPr>
          <p:cNvCxnSpPr>
            <a:cxnSpLocks/>
          </p:cNvCxnSpPr>
          <p:nvPr/>
        </p:nvCxnSpPr>
        <p:spPr>
          <a:xfrm flipV="1">
            <a:off x="10214417" y="2138299"/>
            <a:ext cx="690827" cy="126371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6" name="直線單箭頭接點 25">
            <a:extLst>
              <a:ext uri="{FF2B5EF4-FFF2-40B4-BE49-F238E27FC236}">
                <a16:creationId xmlns:a16="http://schemas.microsoft.com/office/drawing/2014/main" id="{12CDA448-F59B-4B17-FC7D-A9FE6EAC678D}"/>
              </a:ext>
            </a:extLst>
          </p:cNvPr>
          <p:cNvCxnSpPr>
            <a:cxnSpLocks/>
          </p:cNvCxnSpPr>
          <p:nvPr/>
        </p:nvCxnSpPr>
        <p:spPr>
          <a:xfrm flipV="1">
            <a:off x="1020130" y="2421785"/>
            <a:ext cx="214764" cy="637883"/>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9" name="矩形 28">
            <a:extLst>
              <a:ext uri="{FF2B5EF4-FFF2-40B4-BE49-F238E27FC236}">
                <a16:creationId xmlns:a16="http://schemas.microsoft.com/office/drawing/2014/main" id="{5F62ADB2-4E6E-E82C-15FE-C336CEE9426B}"/>
              </a:ext>
            </a:extLst>
          </p:cNvPr>
          <p:cNvSpPr/>
          <p:nvPr/>
        </p:nvSpPr>
        <p:spPr>
          <a:xfrm>
            <a:off x="10894485" y="1875474"/>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31" name="文字方塊 30">
            <a:extLst>
              <a:ext uri="{FF2B5EF4-FFF2-40B4-BE49-F238E27FC236}">
                <a16:creationId xmlns:a16="http://schemas.microsoft.com/office/drawing/2014/main" id="{C7291536-729F-93CE-5D52-C1157209EB79}"/>
              </a:ext>
            </a:extLst>
          </p:cNvPr>
          <p:cNvSpPr txBox="1"/>
          <p:nvPr/>
        </p:nvSpPr>
        <p:spPr>
          <a:xfrm>
            <a:off x="5461237" y="1287337"/>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3715089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3B79E2-DE00-F864-9909-A71DCE97CFAE}"/>
              </a:ext>
            </a:extLst>
          </p:cNvPr>
          <p:cNvSpPr>
            <a:spLocks noGrp="1"/>
          </p:cNvSpPr>
          <p:nvPr>
            <p:ph type="title"/>
          </p:nvPr>
        </p:nvSpPr>
        <p:spPr/>
        <p:txBody>
          <a:bodyPr/>
          <a:lstStyle/>
          <a:p>
            <a:r>
              <a:rPr lang="en-HK" dirty="0"/>
              <a:t>Timeline: Linear Speed</a:t>
            </a:r>
          </a:p>
        </p:txBody>
      </p:sp>
      <p:sp>
        <p:nvSpPr>
          <p:cNvPr id="4" name="投影片編號版面配置區 3">
            <a:extLst>
              <a:ext uri="{FF2B5EF4-FFF2-40B4-BE49-F238E27FC236}">
                <a16:creationId xmlns:a16="http://schemas.microsoft.com/office/drawing/2014/main" id="{F270AC4B-E985-D6C2-6F95-00D49481B590}"/>
              </a:ext>
            </a:extLst>
          </p:cNvPr>
          <p:cNvSpPr>
            <a:spLocks noGrp="1"/>
          </p:cNvSpPr>
          <p:nvPr>
            <p:ph type="sldNum" sz="quarter" idx="12"/>
          </p:nvPr>
        </p:nvSpPr>
        <p:spPr/>
        <p:txBody>
          <a:bodyPr/>
          <a:lstStyle/>
          <a:p>
            <a:fld id="{CF9A1619-F87A-4FCD-8947-EF4132FEEC38}" type="slidenum">
              <a:rPr lang="zh-HK" altLang="en-US" smtClean="0"/>
              <a:t>14</a:t>
            </a:fld>
            <a:endParaRPr lang="zh-HK" altLang="en-US"/>
          </a:p>
        </p:txBody>
      </p:sp>
      <p:pic>
        <p:nvPicPr>
          <p:cNvPr id="12" name="內容版面配置區 11">
            <a:extLst>
              <a:ext uri="{FF2B5EF4-FFF2-40B4-BE49-F238E27FC236}">
                <a16:creationId xmlns:a16="http://schemas.microsoft.com/office/drawing/2014/main" id="{442597E9-4BD1-7F37-5957-7EC48D8DD59A}"/>
              </a:ext>
            </a:extLst>
          </p:cNvPr>
          <p:cNvPicPr>
            <a:picLocks noGrp="1" noChangeAspect="1"/>
          </p:cNvPicPr>
          <p:nvPr>
            <p:ph idx="1"/>
          </p:nvPr>
        </p:nvPicPr>
        <p:blipFill>
          <a:blip r:embed="rId2"/>
          <a:stretch>
            <a:fillRect/>
          </a:stretch>
        </p:blipFill>
        <p:spPr>
          <a:xfrm>
            <a:off x="197082" y="2692995"/>
            <a:ext cx="5070551" cy="2118681"/>
          </a:xfrm>
          <a:prstGeom prst="rect">
            <a:avLst/>
          </a:prstGeom>
        </p:spPr>
      </p:pic>
      <p:pic>
        <p:nvPicPr>
          <p:cNvPr id="14" name="圖片 13">
            <a:extLst>
              <a:ext uri="{FF2B5EF4-FFF2-40B4-BE49-F238E27FC236}">
                <a16:creationId xmlns:a16="http://schemas.microsoft.com/office/drawing/2014/main" id="{27681557-79AE-7B96-E918-DF742AF31E3F}"/>
              </a:ext>
            </a:extLst>
          </p:cNvPr>
          <p:cNvPicPr>
            <a:picLocks noChangeAspect="1"/>
          </p:cNvPicPr>
          <p:nvPr/>
        </p:nvPicPr>
        <p:blipFill>
          <a:blip r:embed="rId3"/>
          <a:stretch>
            <a:fillRect/>
          </a:stretch>
        </p:blipFill>
        <p:spPr>
          <a:xfrm>
            <a:off x="5848350" y="3783149"/>
            <a:ext cx="6010873" cy="1028527"/>
          </a:xfrm>
          <a:prstGeom prst="rect">
            <a:avLst/>
          </a:prstGeom>
        </p:spPr>
      </p:pic>
      <p:pic>
        <p:nvPicPr>
          <p:cNvPr id="16" name="圖片 15">
            <a:extLst>
              <a:ext uri="{FF2B5EF4-FFF2-40B4-BE49-F238E27FC236}">
                <a16:creationId xmlns:a16="http://schemas.microsoft.com/office/drawing/2014/main" id="{A185ED31-A40A-514C-D9C0-E81B585B150A}"/>
              </a:ext>
            </a:extLst>
          </p:cNvPr>
          <p:cNvPicPr>
            <a:picLocks noChangeAspect="1"/>
          </p:cNvPicPr>
          <p:nvPr/>
        </p:nvPicPr>
        <p:blipFill>
          <a:blip r:embed="rId4"/>
          <a:stretch>
            <a:fillRect/>
          </a:stretch>
        </p:blipFill>
        <p:spPr>
          <a:xfrm>
            <a:off x="6248400" y="287139"/>
            <a:ext cx="4981575" cy="3426553"/>
          </a:xfrm>
          <a:prstGeom prst="rect">
            <a:avLst/>
          </a:prstGeom>
        </p:spPr>
      </p:pic>
      <p:sp>
        <p:nvSpPr>
          <p:cNvPr id="17" name="文字方塊 16">
            <a:extLst>
              <a:ext uri="{FF2B5EF4-FFF2-40B4-BE49-F238E27FC236}">
                <a16:creationId xmlns:a16="http://schemas.microsoft.com/office/drawing/2014/main" id="{ADDAF017-2847-696D-56DA-D0DCD0C6F93E}"/>
              </a:ext>
            </a:extLst>
          </p:cNvPr>
          <p:cNvSpPr txBox="1"/>
          <p:nvPr/>
        </p:nvSpPr>
        <p:spPr>
          <a:xfrm>
            <a:off x="276225" y="5206158"/>
            <a:ext cx="10953750" cy="1200329"/>
          </a:xfrm>
          <a:prstGeom prst="rect">
            <a:avLst/>
          </a:prstGeom>
          <a:noFill/>
        </p:spPr>
        <p:txBody>
          <a:bodyPr wrap="square" rtlCol="0">
            <a:spAutoFit/>
          </a:bodyPr>
          <a:lstStyle/>
          <a:p>
            <a:r>
              <a:rPr lang="en-HK" dirty="0"/>
              <a:t>For irregular paths with constant linear speed, users can select the range of waypoints and use the “linear speed” option to set the path segments(s) to be run at the constant desired speed,</a:t>
            </a:r>
            <a:br>
              <a:rPr lang="en-HK" dirty="0"/>
            </a:br>
            <a:r>
              <a:rPr lang="en-HK" dirty="0"/>
              <a:t>program calculates distance of path and approximates time required for robot to reach destination at given </a:t>
            </a:r>
            <a:r>
              <a:rPr lang="en-HK" dirty="0" err="1"/>
              <a:t>spee</a:t>
            </a:r>
            <a:endParaRPr lang="en-HK" dirty="0"/>
          </a:p>
        </p:txBody>
      </p:sp>
      <p:sp>
        <p:nvSpPr>
          <p:cNvPr id="18" name="文字方塊 17">
            <a:extLst>
              <a:ext uri="{FF2B5EF4-FFF2-40B4-BE49-F238E27FC236}">
                <a16:creationId xmlns:a16="http://schemas.microsoft.com/office/drawing/2014/main" id="{F7AC07B6-D3C0-C526-C0B5-AC9D213CA38A}"/>
              </a:ext>
            </a:extLst>
          </p:cNvPr>
          <p:cNvSpPr txBox="1"/>
          <p:nvPr/>
        </p:nvSpPr>
        <p:spPr>
          <a:xfrm>
            <a:off x="7088499" y="2966623"/>
            <a:ext cx="641907" cy="369332"/>
          </a:xfrm>
          <a:prstGeom prst="rect">
            <a:avLst/>
          </a:prstGeom>
          <a:noFill/>
        </p:spPr>
        <p:txBody>
          <a:bodyPr wrap="none" rtlCol="0">
            <a:spAutoFit/>
          </a:bodyPr>
          <a:lstStyle/>
          <a:p>
            <a:r>
              <a:rPr lang="en-HK" dirty="0">
                <a:solidFill>
                  <a:srgbClr val="FFFF00"/>
                </a:solidFill>
              </a:rPr>
              <a:t>Path</a:t>
            </a:r>
          </a:p>
        </p:txBody>
      </p:sp>
      <p:cxnSp>
        <p:nvCxnSpPr>
          <p:cNvPr id="19" name="直線單箭頭接點 18">
            <a:extLst>
              <a:ext uri="{FF2B5EF4-FFF2-40B4-BE49-F238E27FC236}">
                <a16:creationId xmlns:a16="http://schemas.microsoft.com/office/drawing/2014/main" id="{2C91672E-5569-57AA-0370-52B249A08827}"/>
              </a:ext>
            </a:extLst>
          </p:cNvPr>
          <p:cNvCxnSpPr>
            <a:cxnSpLocks/>
            <a:stCxn id="18" idx="3"/>
          </p:cNvCxnSpPr>
          <p:nvPr/>
        </p:nvCxnSpPr>
        <p:spPr>
          <a:xfrm flipV="1">
            <a:off x="7730406" y="2519430"/>
            <a:ext cx="860257" cy="631859"/>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sp>
        <p:nvSpPr>
          <p:cNvPr id="22" name="箭號: 向右 21">
            <a:extLst>
              <a:ext uri="{FF2B5EF4-FFF2-40B4-BE49-F238E27FC236}">
                <a16:creationId xmlns:a16="http://schemas.microsoft.com/office/drawing/2014/main" id="{2F3A5106-53B0-3783-A83C-B196DB3057B0}"/>
              </a:ext>
            </a:extLst>
          </p:cNvPr>
          <p:cNvSpPr/>
          <p:nvPr/>
        </p:nvSpPr>
        <p:spPr>
          <a:xfrm>
            <a:off x="5169303" y="4297412"/>
            <a:ext cx="777377"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3" name="文字方塊 22">
            <a:extLst>
              <a:ext uri="{FF2B5EF4-FFF2-40B4-BE49-F238E27FC236}">
                <a16:creationId xmlns:a16="http://schemas.microsoft.com/office/drawing/2014/main" id="{8C12565C-A805-9AAF-E21C-784F6B5738DD}"/>
              </a:ext>
            </a:extLst>
          </p:cNvPr>
          <p:cNvSpPr txBox="1"/>
          <p:nvPr/>
        </p:nvSpPr>
        <p:spPr>
          <a:xfrm>
            <a:off x="7088499" y="4455400"/>
            <a:ext cx="2420856" cy="338554"/>
          </a:xfrm>
          <a:prstGeom prst="rect">
            <a:avLst/>
          </a:prstGeom>
          <a:noFill/>
        </p:spPr>
        <p:txBody>
          <a:bodyPr wrap="none" rtlCol="0">
            <a:spAutoFit/>
          </a:bodyPr>
          <a:lstStyle/>
          <a:p>
            <a:r>
              <a:rPr lang="en-HK" sz="1600" dirty="0">
                <a:solidFill>
                  <a:srgbClr val="FFFF00"/>
                </a:solidFill>
              </a:rPr>
              <a:t>Spaced by path distance</a:t>
            </a:r>
          </a:p>
        </p:txBody>
      </p:sp>
      <p:sp>
        <p:nvSpPr>
          <p:cNvPr id="25" name="矩形 24">
            <a:extLst>
              <a:ext uri="{FF2B5EF4-FFF2-40B4-BE49-F238E27FC236}">
                <a16:creationId xmlns:a16="http://schemas.microsoft.com/office/drawing/2014/main" id="{132286AC-8D56-E421-1FA9-A20D6CE18479}"/>
              </a:ext>
            </a:extLst>
          </p:cNvPr>
          <p:cNvSpPr/>
          <p:nvPr/>
        </p:nvSpPr>
        <p:spPr>
          <a:xfrm>
            <a:off x="3988526" y="4066903"/>
            <a:ext cx="883694" cy="16694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Tree>
    <p:extLst>
      <p:ext uri="{BB962C8B-B14F-4D97-AF65-F5344CB8AC3E}">
        <p14:creationId xmlns:p14="http://schemas.microsoft.com/office/powerpoint/2010/main" val="303347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803F5B-7D73-53AD-F07C-D6AB4A21A6AA}"/>
              </a:ext>
            </a:extLst>
          </p:cNvPr>
          <p:cNvSpPr>
            <a:spLocks noGrp="1"/>
          </p:cNvSpPr>
          <p:nvPr>
            <p:ph type="title"/>
          </p:nvPr>
        </p:nvSpPr>
        <p:spPr/>
        <p:txBody>
          <a:bodyPr/>
          <a:lstStyle/>
          <a:p>
            <a:r>
              <a:rPr lang="en-HK" dirty="0"/>
              <a:t>Timeline: Transitions</a:t>
            </a:r>
          </a:p>
        </p:txBody>
      </p:sp>
      <p:pic>
        <p:nvPicPr>
          <p:cNvPr id="6" name="內容版面配置區 5">
            <a:extLst>
              <a:ext uri="{FF2B5EF4-FFF2-40B4-BE49-F238E27FC236}">
                <a16:creationId xmlns:a16="http://schemas.microsoft.com/office/drawing/2014/main" id="{2C208C23-0FF1-43E6-9BCB-E2365F9DA041}"/>
              </a:ext>
            </a:extLst>
          </p:cNvPr>
          <p:cNvPicPr>
            <a:picLocks noGrp="1" noChangeAspect="1"/>
          </p:cNvPicPr>
          <p:nvPr>
            <p:ph idx="1"/>
          </p:nvPr>
        </p:nvPicPr>
        <p:blipFill>
          <a:blip r:embed="rId2"/>
          <a:stretch>
            <a:fillRect/>
          </a:stretch>
        </p:blipFill>
        <p:spPr>
          <a:xfrm>
            <a:off x="907025" y="2448397"/>
            <a:ext cx="8468907" cy="819264"/>
          </a:xfrm>
          <a:prstGeom prst="rect">
            <a:avLst/>
          </a:prstGeom>
        </p:spPr>
      </p:pic>
      <p:sp>
        <p:nvSpPr>
          <p:cNvPr id="4" name="投影片編號版面配置區 3">
            <a:extLst>
              <a:ext uri="{FF2B5EF4-FFF2-40B4-BE49-F238E27FC236}">
                <a16:creationId xmlns:a16="http://schemas.microsoft.com/office/drawing/2014/main" id="{4C498C9E-AA5E-EBB7-DA30-880FAEC6C0DB}"/>
              </a:ext>
            </a:extLst>
          </p:cNvPr>
          <p:cNvSpPr>
            <a:spLocks noGrp="1"/>
          </p:cNvSpPr>
          <p:nvPr>
            <p:ph type="sldNum" sz="quarter" idx="12"/>
          </p:nvPr>
        </p:nvSpPr>
        <p:spPr/>
        <p:txBody>
          <a:bodyPr/>
          <a:lstStyle/>
          <a:p>
            <a:fld id="{CF9A1619-F87A-4FCD-8947-EF4132FEEC38}" type="slidenum">
              <a:rPr lang="zh-HK" altLang="en-US" smtClean="0"/>
              <a:t>15</a:t>
            </a:fld>
            <a:endParaRPr lang="zh-HK" altLang="en-US"/>
          </a:p>
        </p:txBody>
      </p:sp>
      <p:pic>
        <p:nvPicPr>
          <p:cNvPr id="8" name="圖片 7">
            <a:extLst>
              <a:ext uri="{FF2B5EF4-FFF2-40B4-BE49-F238E27FC236}">
                <a16:creationId xmlns:a16="http://schemas.microsoft.com/office/drawing/2014/main" id="{206A63A3-45C9-1879-811B-C16D6A67AB7D}"/>
              </a:ext>
            </a:extLst>
          </p:cNvPr>
          <p:cNvPicPr>
            <a:picLocks noChangeAspect="1"/>
          </p:cNvPicPr>
          <p:nvPr/>
        </p:nvPicPr>
        <p:blipFill>
          <a:blip r:embed="rId3"/>
          <a:stretch>
            <a:fillRect/>
          </a:stretch>
        </p:blipFill>
        <p:spPr>
          <a:xfrm>
            <a:off x="867567" y="3613666"/>
            <a:ext cx="8508365" cy="699673"/>
          </a:xfrm>
          <a:prstGeom prst="rect">
            <a:avLst/>
          </a:prstGeom>
        </p:spPr>
      </p:pic>
      <p:pic>
        <p:nvPicPr>
          <p:cNvPr id="10" name="圖片 9">
            <a:extLst>
              <a:ext uri="{FF2B5EF4-FFF2-40B4-BE49-F238E27FC236}">
                <a16:creationId xmlns:a16="http://schemas.microsoft.com/office/drawing/2014/main" id="{5E7EA250-626B-E55A-C1F5-4DC29FEC8518}"/>
              </a:ext>
            </a:extLst>
          </p:cNvPr>
          <p:cNvPicPr>
            <a:picLocks noChangeAspect="1"/>
          </p:cNvPicPr>
          <p:nvPr/>
        </p:nvPicPr>
        <p:blipFill>
          <a:blip r:embed="rId4"/>
          <a:stretch>
            <a:fillRect/>
          </a:stretch>
        </p:blipFill>
        <p:spPr>
          <a:xfrm>
            <a:off x="867568" y="4659344"/>
            <a:ext cx="8508365" cy="677888"/>
          </a:xfrm>
          <a:prstGeom prst="rect">
            <a:avLst/>
          </a:prstGeom>
        </p:spPr>
      </p:pic>
      <p:pic>
        <p:nvPicPr>
          <p:cNvPr id="12" name="圖片 11">
            <a:extLst>
              <a:ext uri="{FF2B5EF4-FFF2-40B4-BE49-F238E27FC236}">
                <a16:creationId xmlns:a16="http://schemas.microsoft.com/office/drawing/2014/main" id="{062F923C-A3CC-829B-3955-5C3FAD6D2432}"/>
              </a:ext>
            </a:extLst>
          </p:cNvPr>
          <p:cNvPicPr>
            <a:picLocks noChangeAspect="1"/>
          </p:cNvPicPr>
          <p:nvPr/>
        </p:nvPicPr>
        <p:blipFill>
          <a:blip r:embed="rId5"/>
          <a:stretch>
            <a:fillRect/>
          </a:stretch>
        </p:blipFill>
        <p:spPr>
          <a:xfrm>
            <a:off x="867569" y="5741832"/>
            <a:ext cx="8508365" cy="599059"/>
          </a:xfrm>
          <a:prstGeom prst="rect">
            <a:avLst/>
          </a:prstGeom>
        </p:spPr>
      </p:pic>
      <p:sp>
        <p:nvSpPr>
          <p:cNvPr id="13" name="文字方塊 12">
            <a:extLst>
              <a:ext uri="{FF2B5EF4-FFF2-40B4-BE49-F238E27FC236}">
                <a16:creationId xmlns:a16="http://schemas.microsoft.com/office/drawing/2014/main" id="{BA7F0FA3-9119-4D6E-24DC-A511FDB9011D}"/>
              </a:ext>
            </a:extLst>
          </p:cNvPr>
          <p:cNvSpPr txBox="1"/>
          <p:nvPr/>
        </p:nvSpPr>
        <p:spPr>
          <a:xfrm>
            <a:off x="10125072" y="2673363"/>
            <a:ext cx="1493486" cy="369332"/>
          </a:xfrm>
          <a:prstGeom prst="rect">
            <a:avLst/>
          </a:prstGeom>
          <a:noFill/>
        </p:spPr>
        <p:txBody>
          <a:bodyPr wrap="none" rtlCol="0">
            <a:spAutoFit/>
          </a:bodyPr>
          <a:lstStyle/>
          <a:p>
            <a:r>
              <a:rPr lang="en-HK" b="1" dirty="0"/>
              <a:t>custom drag</a:t>
            </a:r>
          </a:p>
        </p:txBody>
      </p:sp>
      <p:sp>
        <p:nvSpPr>
          <p:cNvPr id="15" name="文字方塊 14">
            <a:extLst>
              <a:ext uri="{FF2B5EF4-FFF2-40B4-BE49-F238E27FC236}">
                <a16:creationId xmlns:a16="http://schemas.microsoft.com/office/drawing/2014/main" id="{5C64344E-118D-880A-BF39-55D21B76F60F}"/>
              </a:ext>
            </a:extLst>
          </p:cNvPr>
          <p:cNvSpPr txBox="1"/>
          <p:nvPr/>
        </p:nvSpPr>
        <p:spPr>
          <a:xfrm>
            <a:off x="10465293" y="3778836"/>
            <a:ext cx="813043" cy="369332"/>
          </a:xfrm>
          <a:prstGeom prst="rect">
            <a:avLst/>
          </a:prstGeom>
          <a:noFill/>
        </p:spPr>
        <p:txBody>
          <a:bodyPr wrap="none" rtlCol="0">
            <a:spAutoFit/>
          </a:bodyPr>
          <a:lstStyle/>
          <a:p>
            <a:pPr algn="ctr"/>
            <a:r>
              <a:rPr lang="en-HK" b="1" dirty="0"/>
              <a:t>linear</a:t>
            </a:r>
          </a:p>
        </p:txBody>
      </p:sp>
      <p:sp>
        <p:nvSpPr>
          <p:cNvPr id="17" name="文字方塊 16">
            <a:extLst>
              <a:ext uri="{FF2B5EF4-FFF2-40B4-BE49-F238E27FC236}">
                <a16:creationId xmlns:a16="http://schemas.microsoft.com/office/drawing/2014/main" id="{A6879475-82E5-102B-7DE0-F8BECB372671}"/>
              </a:ext>
            </a:extLst>
          </p:cNvPr>
          <p:cNvSpPr txBox="1"/>
          <p:nvPr/>
        </p:nvSpPr>
        <p:spPr>
          <a:xfrm>
            <a:off x="10077368" y="4659344"/>
            <a:ext cx="1588897" cy="646331"/>
          </a:xfrm>
          <a:prstGeom prst="rect">
            <a:avLst/>
          </a:prstGeom>
          <a:noFill/>
        </p:spPr>
        <p:txBody>
          <a:bodyPr wrap="none" rtlCol="0">
            <a:spAutoFit/>
          </a:bodyPr>
          <a:lstStyle/>
          <a:p>
            <a:pPr algn="ctr"/>
            <a:r>
              <a:rPr lang="en-HK" b="1" dirty="0"/>
              <a:t>Ease in</a:t>
            </a:r>
            <a:br>
              <a:rPr lang="en-HK" b="1" dirty="0"/>
            </a:br>
            <a:r>
              <a:rPr lang="en-HK" b="1" dirty="0"/>
              <a:t>(slow -&gt; fast)</a:t>
            </a:r>
          </a:p>
        </p:txBody>
      </p:sp>
      <p:sp>
        <p:nvSpPr>
          <p:cNvPr id="19" name="文字方塊 18">
            <a:extLst>
              <a:ext uri="{FF2B5EF4-FFF2-40B4-BE49-F238E27FC236}">
                <a16:creationId xmlns:a16="http://schemas.microsoft.com/office/drawing/2014/main" id="{F9666DDA-B06F-7D0F-9CF7-A8F3872870E9}"/>
              </a:ext>
            </a:extLst>
          </p:cNvPr>
          <p:cNvSpPr txBox="1"/>
          <p:nvPr/>
        </p:nvSpPr>
        <p:spPr>
          <a:xfrm>
            <a:off x="10125076" y="5596267"/>
            <a:ext cx="1588897" cy="646331"/>
          </a:xfrm>
          <a:prstGeom prst="rect">
            <a:avLst/>
          </a:prstGeom>
          <a:noFill/>
        </p:spPr>
        <p:txBody>
          <a:bodyPr wrap="none" rtlCol="0">
            <a:spAutoFit/>
          </a:bodyPr>
          <a:lstStyle/>
          <a:p>
            <a:pPr algn="ctr"/>
            <a:r>
              <a:rPr lang="en-HK" b="1" dirty="0"/>
              <a:t>Ease out</a:t>
            </a:r>
            <a:br>
              <a:rPr lang="en-HK" b="1" dirty="0"/>
            </a:br>
            <a:r>
              <a:rPr lang="en-HK" b="1" dirty="0"/>
              <a:t>(fast -&gt; slow)</a:t>
            </a:r>
          </a:p>
        </p:txBody>
      </p:sp>
      <p:sp>
        <p:nvSpPr>
          <p:cNvPr id="20" name="文字方塊 19">
            <a:extLst>
              <a:ext uri="{FF2B5EF4-FFF2-40B4-BE49-F238E27FC236}">
                <a16:creationId xmlns:a16="http://schemas.microsoft.com/office/drawing/2014/main" id="{48E5645F-0A9F-ACC5-DC13-1CC949899586}"/>
              </a:ext>
            </a:extLst>
          </p:cNvPr>
          <p:cNvSpPr txBox="1"/>
          <p:nvPr/>
        </p:nvSpPr>
        <p:spPr>
          <a:xfrm>
            <a:off x="823415" y="1214035"/>
            <a:ext cx="10545169" cy="1200329"/>
          </a:xfrm>
          <a:prstGeom prst="rect">
            <a:avLst/>
          </a:prstGeom>
          <a:noFill/>
        </p:spPr>
        <p:txBody>
          <a:bodyPr wrap="square" rtlCol="0">
            <a:spAutoFit/>
          </a:bodyPr>
          <a:lstStyle/>
          <a:p>
            <a:r>
              <a:rPr lang="en-HK" dirty="0"/>
              <a:t>Other than manually dragging each point by hand, user can use default transitions to set acceleration of path segments</a:t>
            </a:r>
            <a:br>
              <a:rPr lang="en-HK" dirty="0"/>
            </a:br>
            <a:r>
              <a:rPr lang="en-HK" dirty="0"/>
              <a:t>Note: Transitions are spaced mathematically without regard of path distance and robot max speed </a:t>
            </a:r>
          </a:p>
          <a:p>
            <a:r>
              <a:rPr lang="en-HK" dirty="0"/>
              <a:t>-&gt; fast segments can go really fast, </a:t>
            </a:r>
            <a:r>
              <a:rPr lang="en-HK" dirty="0">
                <a:highlight>
                  <a:srgbClr val="FFFF00"/>
                </a:highlight>
              </a:rPr>
              <a:t>safety check WIP</a:t>
            </a:r>
          </a:p>
        </p:txBody>
      </p:sp>
    </p:spTree>
    <p:extLst>
      <p:ext uri="{BB962C8B-B14F-4D97-AF65-F5344CB8AC3E}">
        <p14:creationId xmlns:p14="http://schemas.microsoft.com/office/powerpoint/2010/main" val="4062613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BAF03F-171E-9411-6E3B-11C01B51A068}"/>
              </a:ext>
            </a:extLst>
          </p:cNvPr>
          <p:cNvSpPr>
            <a:spLocks noGrp="1"/>
          </p:cNvSpPr>
          <p:nvPr>
            <p:ph type="title"/>
          </p:nvPr>
        </p:nvSpPr>
        <p:spPr/>
        <p:txBody>
          <a:bodyPr/>
          <a:lstStyle/>
          <a:p>
            <a:r>
              <a:rPr lang="en-HK" dirty="0"/>
              <a:t>Timeline: Transitions</a:t>
            </a:r>
          </a:p>
        </p:txBody>
      </p:sp>
      <p:pic>
        <p:nvPicPr>
          <p:cNvPr id="6" name="內容版面配置區 5">
            <a:extLst>
              <a:ext uri="{FF2B5EF4-FFF2-40B4-BE49-F238E27FC236}">
                <a16:creationId xmlns:a16="http://schemas.microsoft.com/office/drawing/2014/main" id="{9752CAA0-BA03-E190-FDF4-4C174CF424DA}"/>
              </a:ext>
            </a:extLst>
          </p:cNvPr>
          <p:cNvPicPr>
            <a:picLocks noGrp="1" noChangeAspect="1"/>
          </p:cNvPicPr>
          <p:nvPr>
            <p:ph idx="1"/>
          </p:nvPr>
        </p:nvPicPr>
        <p:blipFill>
          <a:blip r:embed="rId2"/>
          <a:stretch>
            <a:fillRect/>
          </a:stretch>
        </p:blipFill>
        <p:spPr>
          <a:xfrm>
            <a:off x="877196" y="2259409"/>
            <a:ext cx="3124636" cy="3781953"/>
          </a:xfrm>
          <a:prstGeom prst="rect">
            <a:avLst/>
          </a:prstGeom>
        </p:spPr>
      </p:pic>
      <p:sp>
        <p:nvSpPr>
          <p:cNvPr id="4" name="投影片編號版面配置區 3">
            <a:extLst>
              <a:ext uri="{FF2B5EF4-FFF2-40B4-BE49-F238E27FC236}">
                <a16:creationId xmlns:a16="http://schemas.microsoft.com/office/drawing/2014/main" id="{06B44063-5421-E4CE-64D7-82D2776B977F}"/>
              </a:ext>
            </a:extLst>
          </p:cNvPr>
          <p:cNvSpPr>
            <a:spLocks noGrp="1"/>
          </p:cNvSpPr>
          <p:nvPr>
            <p:ph type="sldNum" sz="quarter" idx="12"/>
          </p:nvPr>
        </p:nvSpPr>
        <p:spPr/>
        <p:txBody>
          <a:bodyPr/>
          <a:lstStyle/>
          <a:p>
            <a:fld id="{CF9A1619-F87A-4FCD-8947-EF4132FEEC38}" type="slidenum">
              <a:rPr lang="zh-HK" altLang="en-US" smtClean="0"/>
              <a:t>16</a:t>
            </a:fld>
            <a:endParaRPr lang="zh-HK" altLang="en-US"/>
          </a:p>
        </p:txBody>
      </p:sp>
      <p:sp>
        <p:nvSpPr>
          <p:cNvPr id="7" name="文字方塊 6">
            <a:extLst>
              <a:ext uri="{FF2B5EF4-FFF2-40B4-BE49-F238E27FC236}">
                <a16:creationId xmlns:a16="http://schemas.microsoft.com/office/drawing/2014/main" id="{7A0F4918-3EED-ECE8-D8DA-05A4CD47A1FF}"/>
              </a:ext>
            </a:extLst>
          </p:cNvPr>
          <p:cNvSpPr txBox="1"/>
          <p:nvPr/>
        </p:nvSpPr>
        <p:spPr>
          <a:xfrm>
            <a:off x="4261565" y="4102630"/>
            <a:ext cx="5677988" cy="646331"/>
          </a:xfrm>
          <a:prstGeom prst="rect">
            <a:avLst/>
          </a:prstGeom>
          <a:noFill/>
        </p:spPr>
        <p:txBody>
          <a:bodyPr wrap="square" rtlCol="0">
            <a:spAutoFit/>
          </a:bodyPr>
          <a:lstStyle/>
          <a:p>
            <a:r>
              <a:rPr lang="en-HK" dirty="0"/>
              <a:t>User can also customise transitions with Bezier curves, but feature is untested</a:t>
            </a:r>
          </a:p>
        </p:txBody>
      </p:sp>
      <p:sp>
        <p:nvSpPr>
          <p:cNvPr id="8" name="文字方塊 7">
            <a:extLst>
              <a:ext uri="{FF2B5EF4-FFF2-40B4-BE49-F238E27FC236}">
                <a16:creationId xmlns:a16="http://schemas.microsoft.com/office/drawing/2014/main" id="{09A9DD34-8471-50D7-427D-7511603F1A9B}"/>
              </a:ext>
            </a:extLst>
          </p:cNvPr>
          <p:cNvSpPr txBox="1"/>
          <p:nvPr/>
        </p:nvSpPr>
        <p:spPr>
          <a:xfrm>
            <a:off x="4200605" y="2073514"/>
            <a:ext cx="1220206" cy="369332"/>
          </a:xfrm>
          <a:prstGeom prst="rect">
            <a:avLst/>
          </a:prstGeom>
          <a:noFill/>
        </p:spPr>
        <p:txBody>
          <a:bodyPr wrap="none" rtlCol="0">
            <a:spAutoFit/>
          </a:bodyPr>
          <a:lstStyle/>
          <a:p>
            <a:r>
              <a:rPr lang="en-HK" dirty="0"/>
              <a:t>waypoints</a:t>
            </a:r>
          </a:p>
        </p:txBody>
      </p:sp>
      <p:cxnSp>
        <p:nvCxnSpPr>
          <p:cNvPr id="9" name="直線單箭頭接點 8">
            <a:extLst>
              <a:ext uri="{FF2B5EF4-FFF2-40B4-BE49-F238E27FC236}">
                <a16:creationId xmlns:a16="http://schemas.microsoft.com/office/drawing/2014/main" id="{CA0EA347-2D65-51E4-CF00-06B0EFCCA825}"/>
              </a:ext>
            </a:extLst>
          </p:cNvPr>
          <p:cNvCxnSpPr>
            <a:cxnSpLocks/>
          </p:cNvCxnSpPr>
          <p:nvPr/>
        </p:nvCxnSpPr>
        <p:spPr>
          <a:xfrm flipH="1">
            <a:off x="3762103" y="2286090"/>
            <a:ext cx="499462" cy="46581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1" name="直線單箭頭接點 10">
            <a:extLst>
              <a:ext uri="{FF2B5EF4-FFF2-40B4-BE49-F238E27FC236}">
                <a16:creationId xmlns:a16="http://schemas.microsoft.com/office/drawing/2014/main" id="{4F638123-72F2-4FBA-DA34-CCA1153D2A35}"/>
              </a:ext>
            </a:extLst>
          </p:cNvPr>
          <p:cNvCxnSpPr>
            <a:cxnSpLocks/>
          </p:cNvCxnSpPr>
          <p:nvPr/>
        </p:nvCxnSpPr>
        <p:spPr>
          <a:xfrm flipH="1">
            <a:off x="1227909" y="5294811"/>
            <a:ext cx="3033656" cy="6966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14" name="文字方塊 13">
            <a:extLst>
              <a:ext uri="{FF2B5EF4-FFF2-40B4-BE49-F238E27FC236}">
                <a16:creationId xmlns:a16="http://schemas.microsoft.com/office/drawing/2014/main" id="{2032ED1C-AD5E-E6BD-70B3-89DB6093C054}"/>
              </a:ext>
            </a:extLst>
          </p:cNvPr>
          <p:cNvSpPr txBox="1"/>
          <p:nvPr/>
        </p:nvSpPr>
        <p:spPr>
          <a:xfrm>
            <a:off x="4261565" y="3178607"/>
            <a:ext cx="1628972" cy="369332"/>
          </a:xfrm>
          <a:prstGeom prst="rect">
            <a:avLst/>
          </a:prstGeom>
          <a:noFill/>
        </p:spPr>
        <p:txBody>
          <a:bodyPr wrap="none" rtlCol="0">
            <a:spAutoFit/>
          </a:bodyPr>
          <a:lstStyle/>
          <a:p>
            <a:r>
              <a:rPr lang="en-HK" dirty="0"/>
              <a:t>Sample points</a:t>
            </a:r>
          </a:p>
        </p:txBody>
      </p:sp>
      <p:cxnSp>
        <p:nvCxnSpPr>
          <p:cNvPr id="15" name="直線單箭頭接點 14">
            <a:extLst>
              <a:ext uri="{FF2B5EF4-FFF2-40B4-BE49-F238E27FC236}">
                <a16:creationId xmlns:a16="http://schemas.microsoft.com/office/drawing/2014/main" id="{1248B92A-CFF3-FED5-C53F-F6449ACC3C11}"/>
              </a:ext>
            </a:extLst>
          </p:cNvPr>
          <p:cNvCxnSpPr>
            <a:cxnSpLocks/>
          </p:cNvCxnSpPr>
          <p:nvPr/>
        </p:nvCxnSpPr>
        <p:spPr>
          <a:xfrm flipH="1">
            <a:off x="2682240" y="3353227"/>
            <a:ext cx="1632875" cy="254821"/>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1" name="文字方塊 20">
            <a:extLst>
              <a:ext uri="{FF2B5EF4-FFF2-40B4-BE49-F238E27FC236}">
                <a16:creationId xmlns:a16="http://schemas.microsoft.com/office/drawing/2014/main" id="{01A913ED-16C5-4537-E297-572BD5191C51}"/>
              </a:ext>
            </a:extLst>
          </p:cNvPr>
          <p:cNvSpPr txBox="1"/>
          <p:nvPr/>
        </p:nvSpPr>
        <p:spPr>
          <a:xfrm>
            <a:off x="4256936" y="5118986"/>
            <a:ext cx="1220206" cy="369332"/>
          </a:xfrm>
          <a:prstGeom prst="rect">
            <a:avLst/>
          </a:prstGeom>
          <a:noFill/>
        </p:spPr>
        <p:txBody>
          <a:bodyPr wrap="none" rtlCol="0">
            <a:spAutoFit/>
          </a:bodyPr>
          <a:lstStyle/>
          <a:p>
            <a:r>
              <a:rPr lang="en-HK" dirty="0"/>
              <a:t>waypoints</a:t>
            </a:r>
          </a:p>
        </p:txBody>
      </p:sp>
    </p:spTree>
    <p:extLst>
      <p:ext uri="{BB962C8B-B14F-4D97-AF65-F5344CB8AC3E}">
        <p14:creationId xmlns:p14="http://schemas.microsoft.com/office/powerpoint/2010/main" val="3797046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657092-EA9D-50B5-584C-7C16F0636D97}"/>
              </a:ext>
            </a:extLst>
          </p:cNvPr>
          <p:cNvSpPr>
            <a:spLocks noGrp="1"/>
          </p:cNvSpPr>
          <p:nvPr>
            <p:ph type="title"/>
          </p:nvPr>
        </p:nvSpPr>
        <p:spPr/>
        <p:txBody>
          <a:bodyPr/>
          <a:lstStyle/>
          <a:p>
            <a:r>
              <a:rPr lang="en-HK" dirty="0"/>
              <a:t>Saved Paths</a:t>
            </a:r>
          </a:p>
        </p:txBody>
      </p:sp>
      <p:sp>
        <p:nvSpPr>
          <p:cNvPr id="3" name="內容版面配置區 2">
            <a:extLst>
              <a:ext uri="{FF2B5EF4-FFF2-40B4-BE49-F238E27FC236}">
                <a16:creationId xmlns:a16="http://schemas.microsoft.com/office/drawing/2014/main" id="{90641631-83CC-AED2-4E6D-75616E676FC8}"/>
              </a:ext>
            </a:extLst>
          </p:cNvPr>
          <p:cNvSpPr>
            <a:spLocks noGrp="1"/>
          </p:cNvSpPr>
          <p:nvPr>
            <p:ph idx="1"/>
          </p:nvPr>
        </p:nvSpPr>
        <p:spPr>
          <a:xfrm>
            <a:off x="677334" y="1568406"/>
            <a:ext cx="8596668" cy="3880773"/>
          </a:xfrm>
        </p:spPr>
        <p:txBody>
          <a:bodyPr/>
          <a:lstStyle/>
          <a:p>
            <a:r>
              <a:rPr lang="en-HK" dirty="0"/>
              <a:t>Users can save entire timeline into a block (saved path)</a:t>
            </a:r>
          </a:p>
          <a:p>
            <a:r>
              <a:rPr lang="en-HK" dirty="0"/>
              <a:t>Like saved points they can be saved locally or globally</a:t>
            </a:r>
          </a:p>
          <a:p>
            <a:r>
              <a:rPr lang="en-HK" dirty="0"/>
              <a:t>Users can drag saved paths onto timeline to reuse specific paths or simply use default given paths for simplicity</a:t>
            </a:r>
          </a:p>
        </p:txBody>
      </p:sp>
      <p:sp>
        <p:nvSpPr>
          <p:cNvPr id="4" name="投影片編號版面配置區 3">
            <a:extLst>
              <a:ext uri="{FF2B5EF4-FFF2-40B4-BE49-F238E27FC236}">
                <a16:creationId xmlns:a16="http://schemas.microsoft.com/office/drawing/2014/main" id="{A5916554-0AEB-D459-29F8-9EEE1436EF9B}"/>
              </a:ext>
            </a:extLst>
          </p:cNvPr>
          <p:cNvSpPr>
            <a:spLocks noGrp="1"/>
          </p:cNvSpPr>
          <p:nvPr>
            <p:ph type="sldNum" sz="quarter" idx="12"/>
          </p:nvPr>
        </p:nvSpPr>
        <p:spPr/>
        <p:txBody>
          <a:bodyPr/>
          <a:lstStyle/>
          <a:p>
            <a:fld id="{CF9A1619-F87A-4FCD-8947-EF4132FEEC38}" type="slidenum">
              <a:rPr lang="zh-HK" altLang="en-US" smtClean="0"/>
              <a:t>17</a:t>
            </a:fld>
            <a:endParaRPr lang="zh-HK" altLang="en-US"/>
          </a:p>
        </p:txBody>
      </p:sp>
      <p:pic>
        <p:nvPicPr>
          <p:cNvPr id="6" name="圖片 5">
            <a:extLst>
              <a:ext uri="{FF2B5EF4-FFF2-40B4-BE49-F238E27FC236}">
                <a16:creationId xmlns:a16="http://schemas.microsoft.com/office/drawing/2014/main" id="{4451AFA2-553D-85C5-59A1-29B6BEDB863B}"/>
              </a:ext>
            </a:extLst>
          </p:cNvPr>
          <p:cNvPicPr>
            <a:picLocks noChangeAspect="1"/>
          </p:cNvPicPr>
          <p:nvPr/>
        </p:nvPicPr>
        <p:blipFill>
          <a:blip r:embed="rId2"/>
          <a:srcRect b="30279"/>
          <a:stretch>
            <a:fillRect/>
          </a:stretch>
        </p:blipFill>
        <p:spPr>
          <a:xfrm>
            <a:off x="242543" y="5047134"/>
            <a:ext cx="2991267" cy="1627268"/>
          </a:xfrm>
          <a:prstGeom prst="rect">
            <a:avLst/>
          </a:prstGeom>
        </p:spPr>
      </p:pic>
      <p:pic>
        <p:nvPicPr>
          <p:cNvPr id="8" name="圖片 7">
            <a:extLst>
              <a:ext uri="{FF2B5EF4-FFF2-40B4-BE49-F238E27FC236}">
                <a16:creationId xmlns:a16="http://schemas.microsoft.com/office/drawing/2014/main" id="{639EBB9A-8B1C-A006-6506-0F7580C997DC}"/>
              </a:ext>
            </a:extLst>
          </p:cNvPr>
          <p:cNvPicPr>
            <a:picLocks noChangeAspect="1"/>
          </p:cNvPicPr>
          <p:nvPr/>
        </p:nvPicPr>
        <p:blipFill>
          <a:blip r:embed="rId3"/>
          <a:stretch>
            <a:fillRect/>
          </a:stretch>
        </p:blipFill>
        <p:spPr>
          <a:xfrm>
            <a:off x="509244" y="3044632"/>
            <a:ext cx="6396654" cy="1070408"/>
          </a:xfrm>
          <a:prstGeom prst="rect">
            <a:avLst/>
          </a:prstGeom>
        </p:spPr>
      </p:pic>
      <p:sp>
        <p:nvSpPr>
          <p:cNvPr id="10" name="矩形 9">
            <a:extLst>
              <a:ext uri="{FF2B5EF4-FFF2-40B4-BE49-F238E27FC236}">
                <a16:creationId xmlns:a16="http://schemas.microsoft.com/office/drawing/2014/main" id="{A2F63820-1692-930B-852D-265B8107811E}"/>
              </a:ext>
            </a:extLst>
          </p:cNvPr>
          <p:cNvSpPr/>
          <p:nvPr/>
        </p:nvSpPr>
        <p:spPr>
          <a:xfrm>
            <a:off x="242542" y="5661800"/>
            <a:ext cx="2927377" cy="20851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cxnSp>
        <p:nvCxnSpPr>
          <p:cNvPr id="11" name="直線單箭頭接點 10">
            <a:extLst>
              <a:ext uri="{FF2B5EF4-FFF2-40B4-BE49-F238E27FC236}">
                <a16:creationId xmlns:a16="http://schemas.microsoft.com/office/drawing/2014/main" id="{B95C50D1-D67B-72D6-873F-B93D7F1C0550}"/>
              </a:ext>
            </a:extLst>
          </p:cNvPr>
          <p:cNvCxnSpPr>
            <a:cxnSpLocks/>
          </p:cNvCxnSpPr>
          <p:nvPr/>
        </p:nvCxnSpPr>
        <p:spPr>
          <a:xfrm flipH="1">
            <a:off x="1541417" y="3732328"/>
            <a:ext cx="2238103" cy="1852480"/>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pic>
        <p:nvPicPr>
          <p:cNvPr id="14" name="圖片 13">
            <a:extLst>
              <a:ext uri="{FF2B5EF4-FFF2-40B4-BE49-F238E27FC236}">
                <a16:creationId xmlns:a16="http://schemas.microsoft.com/office/drawing/2014/main" id="{17740E34-3194-CCA4-5DA9-551919B9273A}"/>
              </a:ext>
            </a:extLst>
          </p:cNvPr>
          <p:cNvPicPr>
            <a:picLocks noChangeAspect="1"/>
          </p:cNvPicPr>
          <p:nvPr/>
        </p:nvPicPr>
        <p:blipFill>
          <a:blip r:embed="rId4"/>
          <a:stretch>
            <a:fillRect/>
          </a:stretch>
        </p:blipFill>
        <p:spPr>
          <a:xfrm>
            <a:off x="3465328" y="4407084"/>
            <a:ext cx="3373846" cy="1080591"/>
          </a:xfrm>
          <a:prstGeom prst="rect">
            <a:avLst/>
          </a:prstGeom>
        </p:spPr>
      </p:pic>
      <p:sp>
        <p:nvSpPr>
          <p:cNvPr id="16" name="箭號: 向右 15">
            <a:extLst>
              <a:ext uri="{FF2B5EF4-FFF2-40B4-BE49-F238E27FC236}">
                <a16:creationId xmlns:a16="http://schemas.microsoft.com/office/drawing/2014/main" id="{7A1771F7-D055-2FBC-B066-1E03AB3BF027}"/>
              </a:ext>
            </a:extLst>
          </p:cNvPr>
          <p:cNvSpPr/>
          <p:nvPr/>
        </p:nvSpPr>
        <p:spPr>
          <a:xfrm rot="13233162">
            <a:off x="4576988" y="4949998"/>
            <a:ext cx="287383" cy="24246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pic>
        <p:nvPicPr>
          <p:cNvPr id="18" name="圖片 17">
            <a:extLst>
              <a:ext uri="{FF2B5EF4-FFF2-40B4-BE49-F238E27FC236}">
                <a16:creationId xmlns:a16="http://schemas.microsoft.com/office/drawing/2014/main" id="{30B44EFE-AFD3-B0A2-C499-AFAFBFEA851A}"/>
              </a:ext>
            </a:extLst>
          </p:cNvPr>
          <p:cNvPicPr>
            <a:picLocks noChangeAspect="1"/>
          </p:cNvPicPr>
          <p:nvPr/>
        </p:nvPicPr>
        <p:blipFill>
          <a:blip r:embed="rId5"/>
          <a:stretch>
            <a:fillRect/>
          </a:stretch>
        </p:blipFill>
        <p:spPr>
          <a:xfrm>
            <a:off x="5427443" y="5639257"/>
            <a:ext cx="6522014" cy="1035145"/>
          </a:xfrm>
          <a:prstGeom prst="rect">
            <a:avLst/>
          </a:prstGeom>
        </p:spPr>
      </p:pic>
      <p:sp>
        <p:nvSpPr>
          <p:cNvPr id="20" name="箭號: 向右 19">
            <a:extLst>
              <a:ext uri="{FF2B5EF4-FFF2-40B4-BE49-F238E27FC236}">
                <a16:creationId xmlns:a16="http://schemas.microsoft.com/office/drawing/2014/main" id="{2C9F3561-E9A6-C44A-12BD-72EEAAF5C198}"/>
              </a:ext>
            </a:extLst>
          </p:cNvPr>
          <p:cNvSpPr/>
          <p:nvPr/>
        </p:nvSpPr>
        <p:spPr>
          <a:xfrm>
            <a:off x="3233810" y="5900509"/>
            <a:ext cx="2193633"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1" name="文字方塊 20">
            <a:extLst>
              <a:ext uri="{FF2B5EF4-FFF2-40B4-BE49-F238E27FC236}">
                <a16:creationId xmlns:a16="http://schemas.microsoft.com/office/drawing/2014/main" id="{98476649-4FB3-FF70-FD89-CD10E36BDA1F}"/>
              </a:ext>
            </a:extLst>
          </p:cNvPr>
          <p:cNvSpPr txBox="1"/>
          <p:nvPr/>
        </p:nvSpPr>
        <p:spPr>
          <a:xfrm>
            <a:off x="1719185" y="4342034"/>
            <a:ext cx="941283" cy="369332"/>
          </a:xfrm>
          <a:prstGeom prst="rect">
            <a:avLst/>
          </a:prstGeom>
          <a:noFill/>
        </p:spPr>
        <p:txBody>
          <a:bodyPr wrap="none" rtlCol="0">
            <a:spAutoFit/>
          </a:bodyPr>
          <a:lstStyle/>
          <a:p>
            <a:r>
              <a:rPr lang="en-HK" dirty="0"/>
              <a:t>Save to</a:t>
            </a:r>
          </a:p>
        </p:txBody>
      </p:sp>
      <p:sp>
        <p:nvSpPr>
          <p:cNvPr id="23" name="文字方塊 22">
            <a:extLst>
              <a:ext uri="{FF2B5EF4-FFF2-40B4-BE49-F238E27FC236}">
                <a16:creationId xmlns:a16="http://schemas.microsoft.com/office/drawing/2014/main" id="{AD40E589-4941-A9CB-2CF2-89E6421AB0CE}"/>
              </a:ext>
            </a:extLst>
          </p:cNvPr>
          <p:cNvSpPr txBox="1"/>
          <p:nvPr/>
        </p:nvSpPr>
        <p:spPr>
          <a:xfrm>
            <a:off x="3916834" y="5966286"/>
            <a:ext cx="675185" cy="369332"/>
          </a:xfrm>
          <a:prstGeom prst="rect">
            <a:avLst/>
          </a:prstGeom>
          <a:noFill/>
        </p:spPr>
        <p:txBody>
          <a:bodyPr wrap="none" rtlCol="0">
            <a:spAutoFit/>
          </a:bodyPr>
          <a:lstStyle/>
          <a:p>
            <a:r>
              <a:rPr lang="en-HK" dirty="0"/>
              <a:t>Load</a:t>
            </a:r>
          </a:p>
        </p:txBody>
      </p:sp>
      <p:sp>
        <p:nvSpPr>
          <p:cNvPr id="27" name="文字方塊 26">
            <a:extLst>
              <a:ext uri="{FF2B5EF4-FFF2-40B4-BE49-F238E27FC236}">
                <a16:creationId xmlns:a16="http://schemas.microsoft.com/office/drawing/2014/main" id="{5C7927EB-C1FE-58E0-89CA-94CAFEE9E9ED}"/>
              </a:ext>
            </a:extLst>
          </p:cNvPr>
          <p:cNvSpPr txBox="1"/>
          <p:nvPr/>
        </p:nvSpPr>
        <p:spPr>
          <a:xfrm>
            <a:off x="677334" y="1273946"/>
            <a:ext cx="5713359" cy="369332"/>
          </a:xfrm>
          <a:prstGeom prst="rect">
            <a:avLst/>
          </a:prstGeom>
          <a:noFill/>
        </p:spPr>
        <p:txBody>
          <a:bodyPr wrap="none" rtlCol="0">
            <a:spAutoFit/>
          </a:bodyPr>
          <a:lstStyle/>
          <a:p>
            <a:r>
              <a:rPr lang="en-HK" dirty="0">
                <a:highlight>
                  <a:srgbClr val="FFFF00"/>
                </a:highlight>
              </a:rPr>
              <a:t>Taken from Video Editing software (</a:t>
            </a:r>
            <a:r>
              <a:rPr lang="en-HK" dirty="0" err="1">
                <a:highlight>
                  <a:srgbClr val="FFFF00"/>
                </a:highlight>
              </a:rPr>
              <a:t>eg.</a:t>
            </a:r>
            <a:r>
              <a:rPr lang="en-HK" dirty="0">
                <a:highlight>
                  <a:srgbClr val="FFFF00"/>
                </a:highlight>
              </a:rPr>
              <a:t> Premiere Pro)</a:t>
            </a:r>
          </a:p>
        </p:txBody>
      </p:sp>
    </p:spTree>
    <p:extLst>
      <p:ext uri="{BB962C8B-B14F-4D97-AF65-F5344CB8AC3E}">
        <p14:creationId xmlns:p14="http://schemas.microsoft.com/office/powerpoint/2010/main" val="3282055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EABC33-EEDE-AD6F-BF05-10C74D9D7735}"/>
              </a:ext>
            </a:extLst>
          </p:cNvPr>
          <p:cNvSpPr>
            <a:spLocks noGrp="1"/>
          </p:cNvSpPr>
          <p:nvPr>
            <p:ph type="title"/>
          </p:nvPr>
        </p:nvSpPr>
        <p:spPr/>
        <p:txBody>
          <a:bodyPr/>
          <a:lstStyle/>
          <a:p>
            <a:r>
              <a:rPr lang="en-HK" dirty="0"/>
              <a:t>Saved Paths</a:t>
            </a:r>
          </a:p>
        </p:txBody>
      </p:sp>
      <p:sp>
        <p:nvSpPr>
          <p:cNvPr id="3" name="內容版面配置區 2">
            <a:extLst>
              <a:ext uri="{FF2B5EF4-FFF2-40B4-BE49-F238E27FC236}">
                <a16:creationId xmlns:a16="http://schemas.microsoft.com/office/drawing/2014/main" id="{A280AA18-30E3-A45B-369E-5ABE17392AE1}"/>
              </a:ext>
            </a:extLst>
          </p:cNvPr>
          <p:cNvSpPr>
            <a:spLocks noGrp="1"/>
          </p:cNvSpPr>
          <p:nvPr>
            <p:ph idx="1"/>
          </p:nvPr>
        </p:nvSpPr>
        <p:spPr>
          <a:xfrm>
            <a:off x="677333" y="2160589"/>
            <a:ext cx="8875969" cy="3880773"/>
          </a:xfrm>
        </p:spPr>
        <p:txBody>
          <a:bodyPr/>
          <a:lstStyle/>
          <a:p>
            <a:r>
              <a:rPr lang="en-HK" dirty="0"/>
              <a:t>Saved paths can be used in conjunction with regular waypoints</a:t>
            </a:r>
          </a:p>
          <a:p>
            <a:endParaRPr lang="en-HK" dirty="0"/>
          </a:p>
          <a:p>
            <a:endParaRPr lang="en-HK" dirty="0"/>
          </a:p>
          <a:p>
            <a:r>
              <a:rPr lang="en-HK" dirty="0"/>
              <a:t>At the moment segments connected to paths are Force FK mode by default for simplicity (avoid path editing for inexperienced users that rely on saved paths)</a:t>
            </a:r>
          </a:p>
          <a:p>
            <a:r>
              <a:rPr lang="en-HK" dirty="0"/>
              <a:t>Experienced users can unwrap saved paths back to individual waypoints for customised edits</a:t>
            </a:r>
          </a:p>
        </p:txBody>
      </p:sp>
      <p:sp>
        <p:nvSpPr>
          <p:cNvPr id="4" name="投影片編號版面配置區 3">
            <a:extLst>
              <a:ext uri="{FF2B5EF4-FFF2-40B4-BE49-F238E27FC236}">
                <a16:creationId xmlns:a16="http://schemas.microsoft.com/office/drawing/2014/main" id="{E724E6E7-B9F5-9562-EEAB-384FE76D2559}"/>
              </a:ext>
            </a:extLst>
          </p:cNvPr>
          <p:cNvSpPr>
            <a:spLocks noGrp="1"/>
          </p:cNvSpPr>
          <p:nvPr>
            <p:ph type="sldNum" sz="quarter" idx="12"/>
          </p:nvPr>
        </p:nvSpPr>
        <p:spPr/>
        <p:txBody>
          <a:bodyPr/>
          <a:lstStyle/>
          <a:p>
            <a:fld id="{CF9A1619-F87A-4FCD-8947-EF4132FEEC38}" type="slidenum">
              <a:rPr lang="zh-HK" altLang="en-US" smtClean="0"/>
              <a:t>18</a:t>
            </a:fld>
            <a:endParaRPr lang="zh-HK" altLang="en-US"/>
          </a:p>
        </p:txBody>
      </p:sp>
      <p:pic>
        <p:nvPicPr>
          <p:cNvPr id="6" name="圖片 5">
            <a:extLst>
              <a:ext uri="{FF2B5EF4-FFF2-40B4-BE49-F238E27FC236}">
                <a16:creationId xmlns:a16="http://schemas.microsoft.com/office/drawing/2014/main" id="{4F49A668-66DB-8516-FEA8-CB8DB94D6E34}"/>
              </a:ext>
            </a:extLst>
          </p:cNvPr>
          <p:cNvPicPr>
            <a:picLocks noChangeAspect="1"/>
          </p:cNvPicPr>
          <p:nvPr/>
        </p:nvPicPr>
        <p:blipFill>
          <a:blip r:embed="rId4"/>
          <a:stretch>
            <a:fillRect/>
          </a:stretch>
        </p:blipFill>
        <p:spPr>
          <a:xfrm>
            <a:off x="1150311" y="2579606"/>
            <a:ext cx="6373114" cy="514422"/>
          </a:xfrm>
          <a:prstGeom prst="rect">
            <a:avLst/>
          </a:prstGeom>
        </p:spPr>
      </p:pic>
      <p:pic>
        <p:nvPicPr>
          <p:cNvPr id="8" name="Unwrap saved paths">
            <a:hlinkClick r:id="" action="ppaction://media"/>
            <a:extLst>
              <a:ext uri="{FF2B5EF4-FFF2-40B4-BE49-F238E27FC236}">
                <a16:creationId xmlns:a16="http://schemas.microsoft.com/office/drawing/2014/main" id="{57B63994-47FA-F071-BF78-13F03539C1E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17669" y="4587874"/>
            <a:ext cx="4049486" cy="2010556"/>
          </a:xfrm>
          <a:prstGeom prst="rect">
            <a:avLst/>
          </a:prstGeom>
        </p:spPr>
      </p:pic>
    </p:spTree>
    <p:extLst>
      <p:ext uri="{BB962C8B-B14F-4D97-AF65-F5344CB8AC3E}">
        <p14:creationId xmlns:p14="http://schemas.microsoft.com/office/powerpoint/2010/main" val="98166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2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theme/theme1.xml><?xml version="1.0" encoding="utf-8"?>
<a:theme xmlns:a="http://schemas.openxmlformats.org/drawingml/2006/main" name="BrushVTI">
  <a:themeElements>
    <a:clrScheme name="AnalogousFromDarkSeedLeftStep">
      <a:dk1>
        <a:srgbClr val="000000"/>
      </a:dk1>
      <a:lt1>
        <a:srgbClr val="FFFFFF"/>
      </a:lt1>
      <a:dk2>
        <a:srgbClr val="292441"/>
      </a:dk2>
      <a:lt2>
        <a:srgbClr val="E3E8E2"/>
      </a:lt2>
      <a:accent1>
        <a:srgbClr val="C229E7"/>
      </a:accent1>
      <a:accent2>
        <a:srgbClr val="6B26D8"/>
      </a:accent2>
      <a:accent3>
        <a:srgbClr val="3439E8"/>
      </a:accent3>
      <a:accent4>
        <a:srgbClr val="176CD5"/>
      </a:accent4>
      <a:accent5>
        <a:srgbClr val="24B3C9"/>
      </a:accent5>
      <a:accent6>
        <a:srgbClr val="14BA8C"/>
      </a:accent6>
      <a:hlink>
        <a:srgbClr val="3A8BAF"/>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db5a389-7dc2-4be2-b4de-cb60a6ecbeb9" xsi:nil="true"/>
    <lcf76f155ced4ddcb4097134ff3c332f xmlns="2b442f0c-19e1-4989-92cf-91ffee4df72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070EEE343D9154386AFB9BE8972F40F" ma:contentTypeVersion="12" ma:contentTypeDescription="Create a new document." ma:contentTypeScope="" ma:versionID="6b051b827c4cfced125b1758fe9adf9c">
  <xsd:schema xmlns:xsd="http://www.w3.org/2001/XMLSchema" xmlns:xs="http://www.w3.org/2001/XMLSchema" xmlns:p="http://schemas.microsoft.com/office/2006/metadata/properties" xmlns:ns2="2b442f0c-19e1-4989-92cf-91ffee4df725" xmlns:ns3="adb5a389-7dc2-4be2-b4de-cb60a6ecbeb9" targetNamespace="http://schemas.microsoft.com/office/2006/metadata/properties" ma:root="true" ma:fieldsID="802fc703e307cccfd5d062d3bd7dfe53" ns2:_="" ns3:_="">
    <xsd:import namespace="2b442f0c-19e1-4989-92cf-91ffee4df725"/>
    <xsd:import namespace="adb5a389-7dc2-4be2-b4de-cb60a6ecbeb9"/>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442f0c-19e1-4989-92cf-91ffee4df725"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9519970-4a6d-4493-bbdf-6c8ff994438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db5a389-7dc2-4be2-b4de-cb60a6ecbeb9"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57f90370-5c5a-490c-9941-2650d8b70c80}" ma:internalName="TaxCatchAll" ma:showField="CatchAllData" ma:web="adb5a389-7dc2-4be2-b4de-cb60a6ecbe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969521-4E08-4FD8-BAC0-EA218065DE52}">
  <ds:schemaRefs>
    <ds:schemaRef ds:uri="http://schemas.microsoft.com/sharepoint/v3/contenttype/forms"/>
  </ds:schemaRefs>
</ds:datastoreItem>
</file>

<file path=customXml/itemProps2.xml><?xml version="1.0" encoding="utf-8"?>
<ds:datastoreItem xmlns:ds="http://schemas.openxmlformats.org/officeDocument/2006/customXml" ds:itemID="{1808C153-C903-4586-8808-91B9548008DE}">
  <ds:schemaRefs>
    <ds:schemaRef ds:uri="http://schemas.microsoft.com/office/2006/metadata/properties"/>
    <ds:schemaRef ds:uri="http://schemas.microsoft.com/office/2006/documentManagement/types"/>
    <ds:schemaRef ds:uri="http://purl.org/dc/elements/1.1/"/>
    <ds:schemaRef ds:uri="http://www.w3.org/XML/1998/namespace"/>
    <ds:schemaRef ds:uri="http://purl.org/dc/terms/"/>
    <ds:schemaRef ds:uri="http://purl.org/dc/dcmitype/"/>
    <ds:schemaRef ds:uri="http://schemas.microsoft.com/office/infopath/2007/PartnerControls"/>
    <ds:schemaRef ds:uri="http://schemas.openxmlformats.org/package/2006/metadata/core-properties"/>
    <ds:schemaRef ds:uri="adb5a389-7dc2-4be2-b4de-cb60a6ecbeb9"/>
    <ds:schemaRef ds:uri="2b442f0c-19e1-4989-92cf-91ffee4df725"/>
  </ds:schemaRefs>
</ds:datastoreItem>
</file>

<file path=customXml/itemProps3.xml><?xml version="1.0" encoding="utf-8"?>
<ds:datastoreItem xmlns:ds="http://schemas.openxmlformats.org/officeDocument/2006/customXml" ds:itemID="{0884EA2D-7738-4F8F-9EF7-E444B9E885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442f0c-19e1-4989-92cf-91ffee4df725"/>
    <ds:schemaRef ds:uri="adb5a389-7dc2-4be2-b4de-cb60a6ecbe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4968</TotalTime>
  <Words>1294</Words>
  <Application>Microsoft Office PowerPoint</Application>
  <PresentationFormat>寬螢幕</PresentationFormat>
  <Paragraphs>189</Paragraphs>
  <Slides>18</Slides>
  <Notes>1</Notes>
  <HiddenSlides>0</HiddenSlides>
  <MMClips>2</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18</vt:i4>
      </vt:variant>
    </vt:vector>
  </HeadingPairs>
  <TitlesOfParts>
    <vt:vector size="25" baseType="lpstr">
      <vt:lpstr>Arial</vt:lpstr>
      <vt:lpstr>Calibri</vt:lpstr>
      <vt:lpstr>Century Gothic</vt:lpstr>
      <vt:lpstr>Trebuchet MS</vt:lpstr>
      <vt:lpstr>Wingdings 3</vt:lpstr>
      <vt:lpstr>BrushVTI</vt:lpstr>
      <vt:lpstr>Facet</vt:lpstr>
      <vt:lpstr>PowerPoint 簡報</vt:lpstr>
      <vt:lpstr>Overview</vt:lpstr>
      <vt:lpstr>Basic Controls</vt:lpstr>
      <vt:lpstr>List of Elements</vt:lpstr>
      <vt:lpstr>List of Elements: Objects List</vt:lpstr>
      <vt:lpstr>List of Elements: Waypoints</vt:lpstr>
      <vt:lpstr>List of Elements: Waypoints</vt:lpstr>
      <vt:lpstr>List of Elements: Bookmarks</vt:lpstr>
      <vt:lpstr>Control Panel</vt:lpstr>
      <vt:lpstr>Path Baking</vt:lpstr>
      <vt:lpstr>Path Baking: Force FK</vt:lpstr>
      <vt:lpstr>Simulate and Play</vt:lpstr>
      <vt:lpstr>Timeline</vt:lpstr>
      <vt:lpstr>Timeline: Linear Speed</vt:lpstr>
      <vt:lpstr>Timeline: Transitions</vt:lpstr>
      <vt:lpstr>Timeline: Transitions</vt:lpstr>
      <vt:lpstr>Saved Paths</vt:lpstr>
      <vt:lpstr>Saved Paths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Roborn Technology Limited Roborn HC Limited Roborn PM Limited Roborn DT Limited</dc:title>
  <dc:creator>simon.tam@roborn.com</dc:creator>
  <cp:lastModifiedBy>Ivan Li</cp:lastModifiedBy>
  <cp:revision>189</cp:revision>
  <dcterms:created xsi:type="dcterms:W3CDTF">2020-09-10T09:41:31Z</dcterms:created>
  <dcterms:modified xsi:type="dcterms:W3CDTF">2026-10-09T09:23:09Z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0x010100DCBE65862161054FAD0B0ACC7023FA90</vt:lpwstr>
  </property>
</Properties>
</file>